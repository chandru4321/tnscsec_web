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theme/themeOverride1.xml" ContentType="application/vnd.openxmlformats-officedocument.themeOverr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theme/themeOverride2.xml" ContentType="application/vnd.openxmlformats-officedocument.themeOverr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60"/>
  </p:notesMasterIdLst>
  <p:sldIdLst>
    <p:sldId id="316" r:id="rId2"/>
    <p:sldId id="350" r:id="rId3"/>
    <p:sldId id="351" r:id="rId4"/>
    <p:sldId id="341" r:id="rId5"/>
    <p:sldId id="344" r:id="rId6"/>
    <p:sldId id="331" r:id="rId7"/>
    <p:sldId id="336" r:id="rId8"/>
    <p:sldId id="332" r:id="rId9"/>
    <p:sldId id="333" r:id="rId10"/>
    <p:sldId id="337" r:id="rId11"/>
    <p:sldId id="338" r:id="rId12"/>
    <p:sldId id="334" r:id="rId13"/>
    <p:sldId id="257" r:id="rId14"/>
    <p:sldId id="259" r:id="rId15"/>
    <p:sldId id="261" r:id="rId16"/>
    <p:sldId id="262" r:id="rId17"/>
    <p:sldId id="263" r:id="rId18"/>
    <p:sldId id="264" r:id="rId19"/>
    <p:sldId id="265" r:id="rId20"/>
    <p:sldId id="354" r:id="rId21"/>
    <p:sldId id="266" r:id="rId22"/>
    <p:sldId id="296" r:id="rId23"/>
    <p:sldId id="365" r:id="rId24"/>
    <p:sldId id="298" r:id="rId25"/>
    <p:sldId id="271" r:id="rId26"/>
    <p:sldId id="299" r:id="rId27"/>
    <p:sldId id="300" r:id="rId28"/>
    <p:sldId id="301" r:id="rId29"/>
    <p:sldId id="270" r:id="rId30"/>
    <p:sldId id="272" r:id="rId31"/>
    <p:sldId id="273" r:id="rId32"/>
    <p:sldId id="279" r:id="rId33"/>
    <p:sldId id="278" r:id="rId34"/>
    <p:sldId id="311" r:id="rId35"/>
    <p:sldId id="312" r:id="rId36"/>
    <p:sldId id="313" r:id="rId37"/>
    <p:sldId id="282" r:id="rId38"/>
    <p:sldId id="314" r:id="rId39"/>
    <p:sldId id="283" r:id="rId40"/>
    <p:sldId id="284" r:id="rId41"/>
    <p:sldId id="285" r:id="rId42"/>
    <p:sldId id="317" r:id="rId43"/>
    <p:sldId id="318" r:id="rId44"/>
    <p:sldId id="286" r:id="rId45"/>
    <p:sldId id="290" r:id="rId46"/>
    <p:sldId id="302" r:id="rId47"/>
    <p:sldId id="319" r:id="rId48"/>
    <p:sldId id="303" r:id="rId49"/>
    <p:sldId id="347" r:id="rId50"/>
    <p:sldId id="359" r:id="rId51"/>
    <p:sldId id="353" r:id="rId52"/>
    <p:sldId id="356" r:id="rId53"/>
    <p:sldId id="357" r:id="rId54"/>
    <p:sldId id="360" r:id="rId55"/>
    <p:sldId id="361" r:id="rId56"/>
    <p:sldId id="367" r:id="rId57"/>
    <p:sldId id="363" r:id="rId58"/>
    <p:sldId id="358" r:id="rId59"/>
  </p:sldIdLst>
  <p:sldSz cx="9144000" cy="6858000" type="screen4x3"/>
  <p:notesSz cx="6954838"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60" d="100"/>
          <a:sy n="60" d="100"/>
        </p:scale>
        <p:origin x="-1572" y="-174"/>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545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939466" y="0"/>
            <a:ext cx="3013763" cy="465455"/>
          </a:xfrm>
          <a:prstGeom prst="rect">
            <a:avLst/>
          </a:prstGeom>
        </p:spPr>
        <p:txBody>
          <a:bodyPr vert="horz" lIns="91440" tIns="45720" rIns="91440" bIns="45720" rtlCol="0"/>
          <a:lstStyle>
            <a:lvl1pPr algn="r">
              <a:defRPr sz="1200"/>
            </a:lvl1pPr>
          </a:lstStyle>
          <a:p>
            <a:fld id="{6E1F8E86-BFD4-4470-B745-EDA5B4CAF418}" type="datetimeFigureOut">
              <a:rPr lang="en-US" smtClean="0"/>
              <a:pPr/>
              <a:t>1/20/2023</a:t>
            </a:fld>
            <a:endParaRPr lang="en-IN"/>
          </a:p>
        </p:txBody>
      </p:sp>
      <p:sp>
        <p:nvSpPr>
          <p:cNvPr id="4" name="Slide Image Placeholder 3"/>
          <p:cNvSpPr>
            <a:spLocks noGrp="1" noRot="1" noChangeAspect="1"/>
          </p:cNvSpPr>
          <p:nvPr>
            <p:ph type="sldImg" idx="2"/>
          </p:nvPr>
        </p:nvSpPr>
        <p:spPr>
          <a:xfrm>
            <a:off x="1149350" y="696913"/>
            <a:ext cx="4656138" cy="34925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95485" y="4421822"/>
            <a:ext cx="5563870" cy="418909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42029"/>
            <a:ext cx="3013763" cy="46545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939466" y="8842029"/>
            <a:ext cx="3013763" cy="465455"/>
          </a:xfrm>
          <a:prstGeom prst="rect">
            <a:avLst/>
          </a:prstGeom>
        </p:spPr>
        <p:txBody>
          <a:bodyPr vert="horz" lIns="91440" tIns="45720" rIns="91440" bIns="45720" rtlCol="0" anchor="b"/>
          <a:lstStyle>
            <a:lvl1pPr algn="r">
              <a:defRPr sz="1200"/>
            </a:lvl1pPr>
          </a:lstStyle>
          <a:p>
            <a:fld id="{9E00793D-7D26-4900-B0C4-A51B5D929277}" type="slidenum">
              <a:rPr lang="en-IN" smtClean="0"/>
              <a:pPr/>
              <a:t>‹#›</a:t>
            </a:fld>
            <a:endParaRPr lang="en-IN"/>
          </a:p>
        </p:txBody>
      </p:sp>
    </p:spTree>
    <p:extLst>
      <p:ext uri="{BB962C8B-B14F-4D97-AF65-F5344CB8AC3E}">
        <p14:creationId xmlns="" xmlns:p14="http://schemas.microsoft.com/office/powerpoint/2010/main" val="2569197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9E00793D-7D26-4900-B0C4-A51B5D929277}" type="slidenum">
              <a:rPr lang="en-IN" smtClean="0"/>
              <a:pPr/>
              <a:t>27</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00793D-7D26-4900-B0C4-A51B5D929277}" type="slidenum">
              <a:rPr lang="en-IN" smtClean="0"/>
              <a:pPr/>
              <a:t>57</a:t>
            </a:fld>
            <a:endParaRPr lang="en-IN"/>
          </a:p>
        </p:txBody>
      </p:sp>
    </p:spTree>
    <p:extLst>
      <p:ext uri="{BB962C8B-B14F-4D97-AF65-F5344CB8AC3E}">
        <p14:creationId xmlns="" xmlns:p14="http://schemas.microsoft.com/office/powerpoint/2010/main" val="1715308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F308404-C759-42F8-8AEC-2D4FC657404C}" type="datetime1">
              <a:rPr lang="en-US" smtClean="0"/>
              <a:pPr/>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66582BF-09CA-4502-9418-2DF0EBA114BD}" type="datetime1">
              <a:rPr lang="en-US" smtClean="0"/>
              <a:pPr/>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4F9132-FABC-4214-9265-527B331393B7}" type="datetime1">
              <a:rPr lang="en-US" smtClean="0"/>
              <a:pPr/>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50F7FA27-1886-4D92-874A-7A65ECC47AAE}" type="datetime1">
              <a:rPr lang="en-US" smtClean="0"/>
              <a:pPr/>
              <a:t>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73CE851-AB2A-4CD9-9BA9-C323EC9B7232}" type="datetime1">
              <a:rPr lang="en-US" smtClean="0"/>
              <a:pPr/>
              <a:t>1/20/2023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CD7FA6F-6039-483D-8043-210137FD5DD9}" type="datetime1">
              <a:rPr lang="en-US" smtClean="0"/>
              <a:pPr/>
              <a:t>1/20/2023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FFFC53-F822-4A2C-8773-B2C02FF1DFD3}" type="datetime1">
              <a:rPr lang="en-US" smtClean="0"/>
              <a:pPr/>
              <a:t>1/20/2023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DEE79F-5D80-466C-9605-BACA2A9CAA1E}" type="datetime1">
              <a:rPr lang="en-US" smtClean="0"/>
              <a:pPr/>
              <a:t>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AC30B2-279D-4479-93EC-D98E21993481}" type="datetime1">
              <a:rPr lang="en-US" smtClean="0"/>
              <a:pPr/>
              <a:t>1/20/2023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982FC20-5C1B-438A-A238-E88ADEBB3DB2}" type="datetime1">
              <a:rPr lang="en-US" smtClean="0"/>
              <a:pPr/>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0F11634-602C-4695-AE1D-103B84AE531B}" type="datetime1">
              <a:rPr lang="en-US" smtClean="0"/>
              <a:pPr/>
              <a:t>1/20/2023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2E57D70-481A-41F0-B50C-50BB8557EF28}"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DECB51-BC34-4A32-A4B8-2823966F5E11}" type="datetime1">
              <a:rPr lang="en-US" smtClean="0"/>
              <a:pPr/>
              <a:t>1/20/2023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E57D70-481A-41F0-B50C-50BB8557EF2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www.coopelection.tn.gov.in/"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TNSCSEC\Desktop\Untitled-1.pn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733800" y="914400"/>
            <a:ext cx="1676400" cy="1676400"/>
          </a:xfrm>
          <a:prstGeom prst="rect">
            <a:avLst/>
          </a:prstGeom>
          <a:ln>
            <a:noFill/>
          </a:ln>
          <a:effectLst>
            <a:outerShdw blurRad="292100" dist="139700" dir="2700000" algn="tl" rotWithShape="0">
              <a:srgbClr val="333333">
                <a:alpha val="65000"/>
              </a:srgbClr>
            </a:outerShdw>
            <a:reflection blurRad="6350" stA="52000" endA="300" endPos="35000" dir="5400000" sy="-100000" algn="bl" rotWithShape="0"/>
          </a:effectLst>
          <a:extLst>
            <a:ext uri="{909E8E84-426E-40DD-AFC4-6F175D3DCCD1}">
              <a14:hiddenFill xmlns="" xmlns:a14="http://schemas.microsoft.com/office/drawing/2010/main">
                <a:solidFill>
                  <a:srgbClr val="FFFFFF"/>
                </a:solidFill>
              </a14:hiddenFill>
            </a:ext>
          </a:extLst>
        </p:spPr>
      </p:pic>
      <p:sp>
        <p:nvSpPr>
          <p:cNvPr id="2" name="Rectangle 1"/>
          <p:cNvSpPr/>
          <p:nvPr/>
        </p:nvSpPr>
        <p:spPr>
          <a:xfrm>
            <a:off x="533400" y="2643182"/>
            <a:ext cx="8153400" cy="3970318"/>
          </a:xfrm>
          <a:prstGeom prst="rect">
            <a:avLst/>
          </a:prstGeom>
          <a:noFill/>
        </p:spPr>
        <p:txBody>
          <a:bodyPr wrap="square" lIns="91440" tIns="45720" rIns="91440" bIns="45720">
            <a:spAutoFit/>
          </a:bodyPr>
          <a:lstStyle/>
          <a:p>
            <a:pPr algn="ctr"/>
            <a:r>
              <a:rPr lang="en-US" sz="2800" b="1" dirty="0" err="1">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தமிழ்நாடு</a:t>
            </a:r>
            <a:r>
              <a:rPr lang="en-US" sz="2800"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மாநில</a:t>
            </a:r>
            <a:r>
              <a:rPr lang="en-US" sz="2800"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கூட்டுறவுச்</a:t>
            </a:r>
            <a:r>
              <a:rPr lang="en-US" sz="2800"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சங்கங்களின்</a:t>
            </a:r>
            <a:r>
              <a:rPr lang="en-US" sz="2800"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தேர்தல்</a:t>
            </a:r>
            <a:r>
              <a:rPr lang="en-US" sz="2800"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ஆணையம்</a:t>
            </a:r>
            <a:r>
              <a:rPr lang="en-US" sz="2800"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சென்னை-18</a:t>
            </a:r>
          </a:p>
          <a:p>
            <a:pPr algn="ctr"/>
            <a:endParaRPr lang="en-US" sz="2800"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endParaRPr>
          </a:p>
          <a:p>
            <a:pPr algn="ctr"/>
            <a:r>
              <a:rPr lang="en-US" sz="2800" b="1" dirty="0" err="1">
                <a:ln w="1905"/>
                <a:solidFill>
                  <a:srgbClr val="00B0F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ஒட்டுமொத்த</a:t>
            </a:r>
            <a:r>
              <a:rPr lang="en-US" sz="2800" b="1" dirty="0">
                <a:ln w="1905"/>
                <a:solidFill>
                  <a:srgbClr val="00B0F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தேர்தல் 2023</a:t>
            </a:r>
          </a:p>
          <a:p>
            <a:pPr algn="ctr"/>
            <a:endParaRPr lang="en-US" sz="2800"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endParaRPr>
          </a:p>
          <a:p>
            <a:pPr algn="ctr"/>
            <a:r>
              <a:rPr lang="en-US" sz="2800" b="1" dirty="0" err="1">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மாவட்ட</a:t>
            </a:r>
            <a:r>
              <a:rPr lang="en-US" sz="2800" b="1" dirty="0">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தேர்தல் </a:t>
            </a:r>
            <a:r>
              <a:rPr lang="en-US" sz="2800" b="1" dirty="0" err="1">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அலுவலர்களுக்கான</a:t>
            </a:r>
            <a:r>
              <a:rPr lang="en-US" sz="2800" b="1" dirty="0">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மண்டல</a:t>
            </a:r>
            <a:r>
              <a:rPr lang="en-US" sz="2800" b="1" dirty="0">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அளவிலான</a:t>
            </a:r>
            <a:r>
              <a:rPr lang="en-US" sz="2800" b="1" dirty="0">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ஆலோசனைக்</a:t>
            </a:r>
            <a:r>
              <a:rPr lang="en-US" sz="2800" b="1" dirty="0">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 </a:t>
            </a:r>
            <a:r>
              <a:rPr lang="en-US" sz="2800" b="1" dirty="0" err="1">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கூட்டம்</a:t>
            </a:r>
            <a:endParaRPr lang="en-US" sz="2800" b="1" dirty="0">
              <a:ln w="1905"/>
              <a:solidFill>
                <a:srgbClr val="7030A0"/>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endParaRPr>
          </a:p>
        </p:txBody>
      </p:sp>
      <p:sp>
        <p:nvSpPr>
          <p:cNvPr id="3" name="Slide Number Placeholder 2"/>
          <p:cNvSpPr>
            <a:spLocks noGrp="1"/>
          </p:cNvSpPr>
          <p:nvPr>
            <p:ph type="sldNum" sz="quarter" idx="12"/>
          </p:nvPr>
        </p:nvSpPr>
        <p:spPr/>
        <p:txBody>
          <a:bodyPr/>
          <a:lstStyle/>
          <a:p>
            <a:fld id="{22E57D70-481A-41F0-B50C-50BB8557EF28}" type="slidenum">
              <a:rPr lang="en-US" smtClean="0"/>
              <a:pPr/>
              <a:t>1</a:t>
            </a:fld>
            <a:endParaRPr lang="en-US"/>
          </a:p>
        </p:txBody>
      </p:sp>
    </p:spTree>
    <p:extLst>
      <p:ext uri="{BB962C8B-B14F-4D97-AF65-F5344CB8AC3E}">
        <p14:creationId xmlns="" xmlns:p14="http://schemas.microsoft.com/office/powerpoint/2010/main" val="1282968789"/>
      </p:ext>
    </p:extLst>
  </p:cSld>
  <p:clrMapOvr>
    <a:masterClrMapping/>
  </p:clrMapOvr>
  <p:transition spd="slow"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50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1500"/>
                                        <p:tgtEl>
                                          <p:spTgt spid="1026"/>
                                        </p:tgtEl>
                                      </p:cBhvr>
                                    </p:animEffect>
                                    <p:anim calcmode="lin" valueType="num">
                                      <p:cBhvr>
                                        <p:cTn id="8" dur="1500" fill="hold"/>
                                        <p:tgtEl>
                                          <p:spTgt spid="1026"/>
                                        </p:tgtEl>
                                        <p:attrNameLst>
                                          <p:attrName>ppt_x</p:attrName>
                                        </p:attrNameLst>
                                      </p:cBhvr>
                                      <p:tavLst>
                                        <p:tav tm="0">
                                          <p:val>
                                            <p:strVal val="#ppt_x"/>
                                          </p:val>
                                        </p:tav>
                                        <p:tav tm="100000">
                                          <p:val>
                                            <p:strVal val="#ppt_x"/>
                                          </p:val>
                                        </p:tav>
                                      </p:tavLst>
                                    </p:anim>
                                    <p:anim calcmode="lin" valueType="num">
                                      <p:cBhvr>
                                        <p:cTn id="9" dur="15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down)">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normAutofit/>
          </a:bodyPr>
          <a:lstStyle/>
          <a:p>
            <a:pPr marL="342900" indent="-342900">
              <a:spcBef>
                <a:spcPct val="20000"/>
              </a:spcBef>
            </a:pPr>
            <a:r>
              <a:rPr lang="en-IN" sz="2800" b="1" dirty="0" err="1">
                <a:latin typeface="TAU-Marutham" pitchFamily="34" charset="0"/>
                <a:ea typeface="+mn-ea"/>
                <a:cs typeface="TAU-Marutham" pitchFamily="34" charset="0"/>
              </a:rPr>
              <a:t>ஒட்டுமொத்த</a:t>
            </a:r>
            <a:r>
              <a:rPr lang="en-IN" sz="2800" b="1" dirty="0">
                <a:latin typeface="TAU-Marutham" pitchFamily="34" charset="0"/>
                <a:ea typeface="+mn-ea"/>
                <a:cs typeface="TAU-Marutham" pitchFamily="34" charset="0"/>
              </a:rPr>
              <a:t> </a:t>
            </a:r>
            <a:r>
              <a:rPr lang="en-IN" sz="2800" b="1" dirty="0" err="1">
                <a:latin typeface="TAU-Marutham" pitchFamily="34" charset="0"/>
                <a:ea typeface="+mn-ea"/>
                <a:cs typeface="TAU-Marutham" pitchFamily="34" charset="0"/>
              </a:rPr>
              <a:t>தேர்தல்கள்</a:t>
            </a:r>
            <a:r>
              <a:rPr lang="en-IN" sz="2800" b="1" dirty="0">
                <a:latin typeface="TAU-Marutham" pitchFamily="34" charset="0"/>
                <a:ea typeface="+mn-ea"/>
                <a:cs typeface="TAU-Marutham" pitchFamily="34" charset="0"/>
              </a:rPr>
              <a:t> 2023</a:t>
            </a:r>
            <a:endParaRPr lang="en-US" sz="2800" b="1" dirty="0">
              <a:latin typeface="TAU-Marutham" pitchFamily="34" charset="0"/>
              <a:ea typeface="+mn-ea"/>
              <a:cs typeface="TAU-Marutham" pitchFamily="34" charset="0"/>
            </a:endParaRPr>
          </a:p>
        </p:txBody>
      </p:sp>
      <p:sp>
        <p:nvSpPr>
          <p:cNvPr id="3" name="Content Placeholder 2"/>
          <p:cNvSpPr>
            <a:spLocks noGrp="1"/>
          </p:cNvSpPr>
          <p:nvPr>
            <p:ph idx="1"/>
          </p:nvPr>
        </p:nvSpPr>
        <p:spPr>
          <a:xfrm>
            <a:off x="457200" y="980728"/>
            <a:ext cx="8229600" cy="5328592"/>
          </a:xfrm>
        </p:spPr>
        <p:txBody>
          <a:bodyPr>
            <a:normAutofit fontScale="25000" lnSpcReduction="20000"/>
          </a:bodyPr>
          <a:lstStyle/>
          <a:p>
            <a:pPr algn="just">
              <a:lnSpc>
                <a:spcPct val="120000"/>
              </a:lnSpc>
              <a:buFont typeface="Wingdings" pitchFamily="2" charset="2"/>
              <a:buChar char="Ø"/>
            </a:pPr>
            <a:r>
              <a:rPr lang="en-IN" sz="8000" dirty="0" err="1">
                <a:latin typeface="TAU-Marutham" pitchFamily="34" charset="0"/>
                <a:cs typeface="TAU-Marutham" pitchFamily="34" charset="0"/>
              </a:rPr>
              <a:t>தமிழ்நாட்டில்</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கூட்டுறவுச்</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சங்கங்களின்</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பதிவாளர்</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மற்றும்</a:t>
            </a:r>
            <a:r>
              <a:rPr lang="en-IN" sz="8000" dirty="0">
                <a:latin typeface="TAU-Marutham" pitchFamily="34" charset="0"/>
                <a:cs typeface="TAU-Marutham" pitchFamily="34" charset="0"/>
              </a:rPr>
              <a:t> 15 </a:t>
            </a:r>
            <a:r>
              <a:rPr lang="en-IN" sz="8000" dirty="0" err="1">
                <a:latin typeface="TAU-Marutham" pitchFamily="34" charset="0"/>
                <a:cs typeface="TAU-Marutham" pitchFamily="34" charset="0"/>
              </a:rPr>
              <a:t>இதர</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செயற்பதிவாளர்களின்</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நிர்வாகக்</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கட்டுப்பாட்டில்</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மொத்தம்</a:t>
            </a:r>
            <a:r>
              <a:rPr lang="en-IN" sz="8000" dirty="0">
                <a:latin typeface="TAU-Marutham" pitchFamily="34" charset="0"/>
                <a:cs typeface="TAU-Marutham" pitchFamily="34" charset="0"/>
              </a:rPr>
              <a:t> 23,149 </a:t>
            </a:r>
            <a:r>
              <a:rPr lang="en-IN" sz="8000" dirty="0" err="1">
                <a:latin typeface="TAU-Marutham" pitchFamily="34" charset="0"/>
                <a:cs typeface="TAU-Marutham" pitchFamily="34" charset="0"/>
              </a:rPr>
              <a:t>அனைத்து</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வகை</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கூட்டுறவுச்</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சங்கங்கள்</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செயல்பட்டு</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வருகிறது</a:t>
            </a:r>
            <a:r>
              <a:rPr lang="en-IN" sz="8000" dirty="0">
                <a:latin typeface="TAU-Marutham" pitchFamily="34" charset="0"/>
                <a:cs typeface="TAU-Marutham" pitchFamily="34" charset="0"/>
              </a:rPr>
              <a:t>.</a:t>
            </a:r>
          </a:p>
          <a:p>
            <a:pPr algn="just">
              <a:lnSpc>
                <a:spcPct val="120000"/>
              </a:lnSpc>
              <a:buFont typeface="Wingdings" pitchFamily="2" charset="2"/>
              <a:buChar char="Ø"/>
            </a:pPr>
            <a:r>
              <a:rPr lang="en-US" sz="8000" dirty="0" err="1">
                <a:latin typeface="TAU-Marutham" pitchFamily="34" charset="0"/>
                <a:cs typeface="TAU-Marutham" pitchFamily="34" charset="0"/>
              </a:rPr>
              <a:t>இதில்</a:t>
            </a:r>
            <a:r>
              <a:rPr lang="en-US" sz="8000" dirty="0">
                <a:latin typeface="TAU-Marutham" pitchFamily="34" charset="0"/>
                <a:cs typeface="TAU-Marutham" pitchFamily="34" charset="0"/>
              </a:rPr>
              <a:t> 2018-ஒட்டுமொத்த </a:t>
            </a:r>
            <a:r>
              <a:rPr lang="en-US" sz="8000" dirty="0" err="1">
                <a:latin typeface="TAU-Marutham" pitchFamily="34" charset="0"/>
                <a:cs typeface="TAU-Marutham" pitchFamily="34" charset="0"/>
              </a:rPr>
              <a:t>தேர்தலில்</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முதற்கட்டம்</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முதல்</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நிலையில்</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Ist</a:t>
            </a:r>
            <a:r>
              <a:rPr lang="en-US" sz="8000" dirty="0">
                <a:latin typeface="TAU-Marutham" pitchFamily="34" charset="0"/>
                <a:cs typeface="TAU-Marutham" pitchFamily="34" charset="0"/>
              </a:rPr>
              <a:t> Stage) </a:t>
            </a:r>
            <a:r>
              <a:rPr lang="en-US" sz="8000" dirty="0" err="1">
                <a:latin typeface="TAU-Marutham" pitchFamily="34" charset="0"/>
                <a:cs typeface="TAU-Marutham" pitchFamily="34" charset="0"/>
              </a:rPr>
              <a:t>தேர்தல்</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முடிவுற்று</a:t>
            </a:r>
            <a:r>
              <a:rPr lang="en-US" sz="8000" dirty="0">
                <a:latin typeface="TAU-Marutham" pitchFamily="34" charset="0"/>
                <a:cs typeface="TAU-Marutham" pitchFamily="34" charset="0"/>
              </a:rPr>
              <a:t> 02.04.2023 </a:t>
            </a:r>
            <a:r>
              <a:rPr lang="en-US" sz="8000" dirty="0" err="1">
                <a:latin typeface="TAU-Marutham" pitchFamily="34" charset="0"/>
                <a:cs typeface="TAU-Marutham" pitchFamily="34" charset="0"/>
              </a:rPr>
              <a:t>அன்று</a:t>
            </a:r>
            <a:r>
              <a:rPr lang="en-US" sz="8000" dirty="0">
                <a:latin typeface="TAU-Marutham" pitchFamily="34" charset="0"/>
                <a:cs typeface="TAU-Marutham" pitchFamily="34" charset="0"/>
              </a:rPr>
              <a:t>  5 </a:t>
            </a:r>
            <a:r>
              <a:rPr lang="en-US" sz="8000" dirty="0" err="1">
                <a:latin typeface="TAU-Marutham" pitchFamily="34" charset="0"/>
                <a:cs typeface="TAU-Marutham" pitchFamily="34" charset="0"/>
              </a:rPr>
              <a:t>ஆண்டுகள்</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பதவிக்காலம்</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முடிவுறும்</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சுமார்</a:t>
            </a:r>
            <a:r>
              <a:rPr lang="en-US" sz="8000" dirty="0">
                <a:latin typeface="TAU-Marutham" pitchFamily="34" charset="0"/>
                <a:cs typeface="TAU-Marutham" pitchFamily="34" charset="0"/>
              </a:rPr>
              <a:t> 4,684 </a:t>
            </a:r>
            <a:r>
              <a:rPr lang="en-US" sz="8000" dirty="0" err="1">
                <a:latin typeface="TAU-Marutham" pitchFamily="34" charset="0"/>
                <a:cs typeface="TAU-Marutham" pitchFamily="34" charset="0"/>
              </a:rPr>
              <a:t>சங்கங்களுக்கு</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விரைவில்</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தேர்தல்</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நடைபெற</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உள்ளது</a:t>
            </a:r>
            <a:r>
              <a:rPr lang="en-US" sz="8000" dirty="0">
                <a:latin typeface="TAU-Marutham" pitchFamily="34" charset="0"/>
                <a:cs typeface="TAU-Marutham" pitchFamily="34" charset="0"/>
              </a:rPr>
              <a:t>.</a:t>
            </a:r>
          </a:p>
          <a:p>
            <a:pPr algn="just">
              <a:lnSpc>
                <a:spcPct val="120000"/>
              </a:lnSpc>
              <a:buFont typeface="Wingdings" pitchFamily="2" charset="2"/>
              <a:buChar char="Ø"/>
            </a:pP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இவை</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தவிர</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புதிதாக</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பதிவுசெய்யப்பட்ட</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சங்கங்கள்</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செயலாட்சியர்</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கட்டுப்பாட்டிலுள்ள</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சங்கங்கள்</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போன்று</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இதர</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வகை</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சங்கங்களுக்கும்</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ஆணையம்</a:t>
            </a:r>
            <a:r>
              <a:rPr lang="en-US" sz="8000" dirty="0">
                <a:latin typeface="TAU-Marutham" pitchFamily="34" charset="0"/>
                <a:cs typeface="TAU-Marutham" pitchFamily="34" charset="0"/>
              </a:rPr>
              <a:t> </a:t>
            </a:r>
            <a:r>
              <a:rPr lang="en-US" sz="8000" dirty="0" err="1">
                <a:latin typeface="TAU-Marutham" pitchFamily="34" charset="0"/>
                <a:cs typeface="TAU-Marutham" pitchFamily="34" charset="0"/>
              </a:rPr>
              <a:t>தேர்தல்</a:t>
            </a:r>
            <a:r>
              <a:rPr lang="en-US" sz="8000" dirty="0">
                <a:latin typeface="TAU-Marutham" pitchFamily="34" charset="0"/>
                <a:cs typeface="TAU-Marutham" pitchFamily="34" charset="0"/>
              </a:rPr>
              <a:t> </a:t>
            </a:r>
            <a:r>
              <a:rPr lang="en-IN" sz="8000" dirty="0" err="1">
                <a:latin typeface="TAU-Marutham" pitchFamily="34" charset="0"/>
                <a:cs typeface="TAU-Marutham" pitchFamily="34" charset="0"/>
              </a:rPr>
              <a:t>நடத்தவுள்ளது</a:t>
            </a:r>
            <a:r>
              <a:rPr lang="en-IN" sz="8000" dirty="0">
                <a:latin typeface="TAU-Marutham" pitchFamily="34" charset="0"/>
                <a:cs typeface="TAU-Marutham" pitchFamily="34" charset="0"/>
              </a:rPr>
              <a:t>.</a:t>
            </a:r>
          </a:p>
          <a:p>
            <a:pPr algn="just">
              <a:lnSpc>
                <a:spcPct val="120000"/>
              </a:lnSpc>
              <a:buFont typeface="Wingdings" pitchFamily="2" charset="2"/>
              <a:buChar char="Ø"/>
            </a:pPr>
            <a:r>
              <a:rPr lang="en-IN" sz="8000" dirty="0" err="1">
                <a:latin typeface="TAU-Marutham" pitchFamily="34" charset="0"/>
                <a:cs typeface="TAU-Marutham" pitchFamily="34" charset="0"/>
              </a:rPr>
              <a:t>மேலும்</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முதற்கட்டத்தில்</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Ist</a:t>
            </a:r>
            <a:r>
              <a:rPr lang="en-IN" sz="8000" dirty="0">
                <a:latin typeface="TAU-Marutham" pitchFamily="34" charset="0"/>
                <a:cs typeface="TAU-Marutham" pitchFamily="34" charset="0"/>
              </a:rPr>
              <a:t> Phase) </a:t>
            </a:r>
            <a:r>
              <a:rPr lang="en-IN" sz="8000" dirty="0" err="1">
                <a:latin typeface="TAU-Marutham" pitchFamily="34" charset="0"/>
                <a:cs typeface="TAU-Marutham" pitchFamily="34" charset="0"/>
              </a:rPr>
              <a:t>வரும்</a:t>
            </a:r>
            <a:r>
              <a:rPr lang="en-IN" sz="8000" dirty="0">
                <a:latin typeface="TAU-Marutham" pitchFamily="34" charset="0"/>
                <a:cs typeface="TAU-Marutham" pitchFamily="34" charset="0"/>
              </a:rPr>
              <a:t> 2,3 </a:t>
            </a:r>
            <a:r>
              <a:rPr lang="en-IN" sz="8000" dirty="0" err="1">
                <a:latin typeface="TAU-Marutham" pitchFamily="34" charset="0"/>
                <a:cs typeface="TAU-Marutham" pitchFamily="34" charset="0"/>
              </a:rPr>
              <a:t>மற்றும்</a:t>
            </a:r>
            <a:r>
              <a:rPr lang="en-IN" sz="8000" dirty="0">
                <a:latin typeface="TAU-Marutham" pitchFamily="34" charset="0"/>
                <a:cs typeface="TAU-Marutham" pitchFamily="34" charset="0"/>
              </a:rPr>
              <a:t>  4 </a:t>
            </a:r>
            <a:r>
              <a:rPr lang="en-IN" sz="8000" dirty="0" err="1">
                <a:latin typeface="TAU-Marutham" pitchFamily="34" charset="0"/>
                <a:cs typeface="TAU-Marutham" pitchFamily="34" charset="0"/>
              </a:rPr>
              <a:t>நிலைகளிலுள்ள</a:t>
            </a:r>
            <a:r>
              <a:rPr lang="en-IN" sz="8000" dirty="0">
                <a:latin typeface="TAU-Marutham" pitchFamily="34" charset="0"/>
                <a:cs typeface="TAU-Marutham" pitchFamily="34" charset="0"/>
              </a:rPr>
              <a:t> (II,III,IV Stages) </a:t>
            </a:r>
            <a:r>
              <a:rPr lang="en-IN" sz="8000" dirty="0" err="1">
                <a:latin typeface="TAU-Marutham" pitchFamily="34" charset="0"/>
                <a:cs typeface="TAU-Marutham" pitchFamily="34" charset="0"/>
              </a:rPr>
              <a:t>சுமார்</a:t>
            </a:r>
            <a:r>
              <a:rPr lang="en-IN" sz="8000" dirty="0">
                <a:latin typeface="TAU-Marutham" pitchFamily="34" charset="0"/>
                <a:cs typeface="TAU-Marutham" pitchFamily="34" charset="0"/>
              </a:rPr>
              <a:t> 13,784 </a:t>
            </a:r>
            <a:r>
              <a:rPr lang="en-IN" sz="8000" dirty="0" err="1">
                <a:latin typeface="TAU-Marutham" pitchFamily="34" charset="0"/>
                <a:cs typeface="TAU-Marutham" pitchFamily="34" charset="0"/>
              </a:rPr>
              <a:t>சங்கங்களுக்கான</a:t>
            </a:r>
            <a:r>
              <a:rPr lang="en-IN" sz="8000" dirty="0">
                <a:latin typeface="TAU-Marutham" pitchFamily="34" charset="0"/>
                <a:cs typeface="TAU-Marutham" pitchFamily="34" charset="0"/>
              </a:rPr>
              <a:t> 5 </a:t>
            </a:r>
            <a:r>
              <a:rPr lang="en-IN" sz="8000" dirty="0" err="1">
                <a:latin typeface="TAU-Marutham" pitchFamily="34" charset="0"/>
                <a:cs typeface="TAU-Marutham" pitchFamily="34" charset="0"/>
              </a:rPr>
              <a:t>ஆண்டுகள்</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பதவிக்காலம்</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ஆகஸ்ட்</a:t>
            </a:r>
            <a:r>
              <a:rPr lang="en-IN" sz="8000" dirty="0">
                <a:latin typeface="TAU-Marutham" pitchFamily="34" charset="0"/>
                <a:cs typeface="TAU-Marutham" pitchFamily="34" charset="0"/>
              </a:rPr>
              <a:t> 2023-ல் </a:t>
            </a:r>
            <a:r>
              <a:rPr lang="en-IN" sz="8000" dirty="0" err="1">
                <a:latin typeface="TAU-Marutham" pitchFamily="34" charset="0"/>
                <a:cs typeface="TAU-Marutham" pitchFamily="34" charset="0"/>
              </a:rPr>
              <a:t>முடிவடைவதால்</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இவற்றுக்கு</a:t>
            </a:r>
            <a:r>
              <a:rPr lang="en-IN" sz="8000" dirty="0">
                <a:latin typeface="TAU-Marutham" pitchFamily="34" charset="0"/>
                <a:cs typeface="TAU-Marutham" pitchFamily="34" charset="0"/>
              </a:rPr>
              <a:t> </a:t>
            </a:r>
            <a:r>
              <a:rPr lang="en-IN" sz="8000" dirty="0" err="1">
                <a:latin typeface="TAU-Marutham" pitchFamily="34" charset="0"/>
                <a:cs typeface="TAU-Marutham" pitchFamily="34" charset="0"/>
              </a:rPr>
              <a:t>ஆகஸ்ட்</a:t>
            </a:r>
            <a:r>
              <a:rPr lang="en-IN" sz="8000" dirty="0">
                <a:latin typeface="TAU-Marutham" pitchFamily="34" charset="0"/>
                <a:cs typeface="TAU-Marutham" pitchFamily="34" charset="0"/>
              </a:rPr>
              <a:t> 2023-ல்  தேர்தல் </a:t>
            </a:r>
            <a:r>
              <a:rPr lang="en-IN" sz="8000" dirty="0" err="1">
                <a:latin typeface="TAU-Marutham" pitchFamily="34" charset="0"/>
                <a:cs typeface="TAU-Marutham" pitchFamily="34" charset="0"/>
              </a:rPr>
              <a:t>நடத்தப்படும்</a:t>
            </a:r>
            <a:r>
              <a:rPr lang="en-IN" sz="8000" dirty="0">
                <a:latin typeface="TAU-Marutham" pitchFamily="34" charset="0"/>
                <a:cs typeface="TAU-Marutham" pitchFamily="34" charset="0"/>
              </a:rPr>
              <a:t>.</a:t>
            </a:r>
          </a:p>
          <a:p>
            <a:endParaRPr lang="en-US"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2</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74242"/>
          </a:xfrm>
        </p:spPr>
        <p:txBody>
          <a:bodyPr>
            <a:noAutofit/>
          </a:bodyPr>
          <a:lstStyle/>
          <a:p>
            <a:r>
              <a:rPr lang="en-IN" sz="2800" b="1" u="sng" dirty="0" err="1">
                <a:latin typeface="TAU-Marutham" pitchFamily="34" charset="0"/>
                <a:cs typeface="TAU-Marutham" pitchFamily="34" charset="0"/>
              </a:rPr>
              <a:t>கடந்த</a:t>
            </a:r>
            <a:r>
              <a:rPr lang="en-IN" sz="2800" b="1" u="sng" dirty="0">
                <a:latin typeface="TAU-Marutham" pitchFamily="34" charset="0"/>
                <a:cs typeface="TAU-Marutham" pitchFamily="34" charset="0"/>
              </a:rPr>
              <a:t> 2018 </a:t>
            </a:r>
            <a:r>
              <a:rPr lang="en-IN" sz="2800" b="1" u="sng" dirty="0" err="1">
                <a:latin typeface="TAU-Marutham" pitchFamily="34" charset="0"/>
                <a:cs typeface="TAU-Marutham" pitchFamily="34" charset="0"/>
              </a:rPr>
              <a:t>தேர்தலில்</a:t>
            </a:r>
            <a:r>
              <a:rPr lang="en-IN" sz="2800" b="1" u="sng" dirty="0">
                <a:latin typeface="TAU-Marutham" pitchFamily="34" charset="0"/>
                <a:cs typeface="TAU-Marutham" pitchFamily="34" charset="0"/>
              </a:rPr>
              <a:t> </a:t>
            </a:r>
            <a:r>
              <a:rPr lang="en-IN" sz="2800" b="1" u="sng" dirty="0" err="1">
                <a:latin typeface="TAU-Marutham" pitchFamily="34" charset="0"/>
                <a:cs typeface="TAU-Marutham" pitchFamily="34" charset="0"/>
              </a:rPr>
              <a:t>நடைபெற்ற</a:t>
            </a:r>
            <a:r>
              <a:rPr lang="en-IN" sz="2800" b="1" u="sng" dirty="0">
                <a:latin typeface="TAU-Marutham" pitchFamily="34" charset="0"/>
                <a:cs typeface="TAU-Marutham" pitchFamily="34" charset="0"/>
              </a:rPr>
              <a:t> </a:t>
            </a:r>
            <a:r>
              <a:rPr lang="en-IN" sz="2800" b="1" u="sng" dirty="0" err="1">
                <a:latin typeface="TAU-Marutham" pitchFamily="34" charset="0"/>
                <a:cs typeface="TAU-Marutham" pitchFamily="34" charset="0"/>
              </a:rPr>
              <a:t>தவறுகள்</a:t>
            </a:r>
            <a:r>
              <a:rPr lang="en-IN" sz="2800" b="1" u="sng" dirty="0">
                <a:latin typeface="TAU-Marutham" pitchFamily="34" charset="0"/>
                <a:cs typeface="TAU-Marutham" pitchFamily="34" charset="0"/>
              </a:rPr>
              <a:t> </a:t>
            </a:r>
            <a:br>
              <a:rPr lang="en-IN" sz="2800" b="1" u="sng" dirty="0">
                <a:latin typeface="TAU-Marutham" pitchFamily="34" charset="0"/>
                <a:cs typeface="TAU-Marutham" pitchFamily="34" charset="0"/>
              </a:rPr>
            </a:br>
            <a:r>
              <a:rPr lang="en-IN" sz="2000" b="1" u="sng" dirty="0">
                <a:latin typeface="TAU-Marutham" pitchFamily="34" charset="0"/>
                <a:cs typeface="TAU-Marutham" pitchFamily="34" charset="0"/>
              </a:rPr>
              <a:t/>
            </a:r>
            <a:br>
              <a:rPr lang="en-IN" sz="2000" b="1" u="sng" dirty="0">
                <a:latin typeface="TAU-Marutham" pitchFamily="34" charset="0"/>
                <a:cs typeface="TAU-Marutham" pitchFamily="34" charset="0"/>
              </a:rPr>
            </a:br>
            <a:r>
              <a:rPr lang="en-IN" sz="1800" b="1" u="sng" dirty="0" err="1">
                <a:latin typeface="TAU-Marutham" pitchFamily="34" charset="0"/>
                <a:cs typeface="TAU-Marutham" pitchFamily="34" charset="0"/>
              </a:rPr>
              <a:t>மாண்பமை</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சென்னை</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உயர்நீதிமன்றம்</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மற்றும்</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அதன்</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மாண்பமை</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மதுரை</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அமர்வு</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ஓய்வு</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பெற்ற</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உயர்நீதிமன்ற</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நீதிபதிகளை</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தலைவர்களாகக்</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கொண்ட</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சிறப்பு</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மண்டலக்</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குழுக்கள்</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முன்பாக</a:t>
            </a:r>
            <a:r>
              <a:rPr lang="en-IN" sz="1800" b="1" u="sng" dirty="0">
                <a:latin typeface="TAU-Marutham" pitchFamily="34" charset="0"/>
                <a:cs typeface="TAU-Marutham" pitchFamily="34" charset="0"/>
              </a:rPr>
              <a:t> 2018  தேர்தல் நடவடிக்கை </a:t>
            </a:r>
            <a:r>
              <a:rPr lang="en-IN" sz="1800" b="1" u="sng" dirty="0" err="1">
                <a:latin typeface="TAU-Marutham" pitchFamily="34" charset="0"/>
                <a:cs typeface="TAU-Marutham" pitchFamily="34" charset="0"/>
              </a:rPr>
              <a:t>தொடர்பான</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மனுக்கள்</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புகார்கள்</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மற்றும்</a:t>
            </a:r>
            <a:r>
              <a:rPr lang="en-IN" sz="1800" b="1" u="sng" dirty="0">
                <a:latin typeface="TAU-Marutham" pitchFamily="34" charset="0"/>
                <a:cs typeface="TAU-Marutham" pitchFamily="34" charset="0"/>
              </a:rPr>
              <a:t> </a:t>
            </a:r>
            <a:r>
              <a:rPr lang="en-IN" sz="1800" b="1" u="sng" dirty="0" err="1">
                <a:latin typeface="TAU-Marutham" pitchFamily="34" charset="0"/>
                <a:cs typeface="TAU-Marutham" pitchFamily="34" charset="0"/>
              </a:rPr>
              <a:t>தீர்ப்புகள்</a:t>
            </a:r>
            <a:endParaRPr lang="en-US" sz="1800" b="1" u="sng" dirty="0">
              <a:latin typeface="TAU-Marutham" pitchFamily="34" charset="0"/>
              <a:cs typeface="TAU-Marutham" pitchFamily="34" charset="0"/>
            </a:endParaRPr>
          </a:p>
        </p:txBody>
      </p:sp>
      <p:sp>
        <p:nvSpPr>
          <p:cNvPr id="3" name="Content Placeholder 2"/>
          <p:cNvSpPr>
            <a:spLocks noGrp="1"/>
          </p:cNvSpPr>
          <p:nvPr>
            <p:ph idx="1"/>
          </p:nvPr>
        </p:nvSpPr>
        <p:spPr>
          <a:xfrm>
            <a:off x="457200" y="2780928"/>
            <a:ext cx="8229600" cy="3345235"/>
          </a:xfrm>
        </p:spPr>
        <p:txBody>
          <a:bodyPr>
            <a:normAutofit fontScale="77500" lnSpcReduction="20000"/>
          </a:bodyPr>
          <a:lstStyle/>
          <a:p>
            <a:pPr algn="just">
              <a:lnSpc>
                <a:spcPct val="150000"/>
              </a:lnSpc>
              <a:buFont typeface="Wingdings" pitchFamily="2" charset="2"/>
              <a:buChar char="Ø"/>
            </a:pPr>
            <a:r>
              <a:rPr lang="en-US" sz="2600" dirty="0" err="1">
                <a:latin typeface="TAU-Marutham" pitchFamily="34" charset="0"/>
                <a:cs typeface="TAU-Marutham" pitchFamily="34" charset="0"/>
              </a:rPr>
              <a:t>கடந்த</a:t>
            </a:r>
            <a:r>
              <a:rPr lang="en-US" sz="2600" dirty="0">
                <a:latin typeface="TAU-Marutham" pitchFamily="34" charset="0"/>
                <a:cs typeface="TAU-Marutham" pitchFamily="34" charset="0"/>
              </a:rPr>
              <a:t> 2018 </a:t>
            </a:r>
            <a:r>
              <a:rPr lang="en-US" sz="2600" dirty="0" err="1">
                <a:latin typeface="TAU-Marutham" pitchFamily="34" charset="0"/>
                <a:cs typeface="TAU-Marutham" pitchFamily="34" charset="0"/>
              </a:rPr>
              <a:t>கூட்டுறவுச்</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சங்க</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தேர்தல்</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நடவடிக்கைகள்</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தொடர்பாக</a:t>
            </a:r>
            <a:r>
              <a:rPr lang="en-US" sz="2600" dirty="0">
                <a:latin typeface="TAU-Marutham" pitchFamily="34" charset="0"/>
                <a:cs typeface="TAU-Marutham" pitchFamily="34" charset="0"/>
              </a:rPr>
              <a:t> </a:t>
            </a:r>
            <a:r>
              <a:rPr lang="en-US" sz="2600" b="1" dirty="0" err="1">
                <a:latin typeface="TAU-Marutham" pitchFamily="34" charset="0"/>
                <a:cs typeface="TAU-Marutham" pitchFamily="34" charset="0"/>
              </a:rPr>
              <a:t>மாண்பமை</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சென்னை</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உயர்நீதிமன்றம்</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மற்றும்</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அதன்</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மாண்பமை</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மதுரை</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அமர்வு</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ஆகியவற்றின்</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முன்பாக</a:t>
            </a:r>
            <a:r>
              <a:rPr lang="en-US" sz="2600" b="1" dirty="0">
                <a:latin typeface="TAU-Marutham" pitchFamily="34" charset="0"/>
                <a:cs typeface="TAU-Marutham" pitchFamily="34" charset="0"/>
              </a:rPr>
              <a:t> 1706 </a:t>
            </a:r>
            <a:r>
              <a:rPr lang="en-US" sz="2600" b="1" dirty="0" err="1">
                <a:latin typeface="TAU-Marutham" pitchFamily="34" charset="0"/>
                <a:cs typeface="TAU-Marutham" pitchFamily="34" charset="0"/>
              </a:rPr>
              <a:t>ரிட்</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மனுக்கள்</a:t>
            </a:r>
            <a:r>
              <a:rPr lang="en-US" sz="2600" b="1" dirty="0">
                <a:latin typeface="TAU-Marutham" pitchFamily="34" charset="0"/>
                <a:cs typeface="TAU-Marutham" pitchFamily="34" charset="0"/>
              </a:rPr>
              <a:t> (Writ Petitions</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தாக்கல்</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செய்யப்பட்டன</a:t>
            </a:r>
            <a:r>
              <a:rPr lang="en-US" sz="2600" dirty="0">
                <a:latin typeface="TAU-Marutham" pitchFamily="34" charset="0"/>
                <a:cs typeface="TAU-Marutham" pitchFamily="34" charset="0"/>
              </a:rPr>
              <a:t>.</a:t>
            </a:r>
          </a:p>
          <a:p>
            <a:pPr algn="just">
              <a:lnSpc>
                <a:spcPct val="150000"/>
              </a:lnSpc>
              <a:buFont typeface="Wingdings" pitchFamily="2" charset="2"/>
              <a:buChar char="Ø"/>
            </a:pPr>
            <a:r>
              <a:rPr lang="en-US" sz="2600" dirty="0" err="1">
                <a:latin typeface="TAU-Marutham" pitchFamily="34" charset="0"/>
                <a:cs typeface="TAU-Marutham" pitchFamily="34" charset="0"/>
              </a:rPr>
              <a:t>இவை</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தவிர</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மாண்பமை</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ஓய்வு</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பெற்ற</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உயர்நீதிமன்ற</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நீதிபதிகளை</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தலைவர்களாகக்</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கொண்ட</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கூட்டுறவு</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வழக்குகளுக்கான</a:t>
            </a:r>
            <a:r>
              <a:rPr lang="en-US" sz="2600" dirty="0">
                <a:latin typeface="TAU-Marutham" pitchFamily="34" charset="0"/>
                <a:cs typeface="TAU-Marutham" pitchFamily="34" charset="0"/>
              </a:rPr>
              <a:t> 4 </a:t>
            </a:r>
            <a:r>
              <a:rPr lang="en-US" sz="2600" dirty="0" err="1">
                <a:latin typeface="TAU-Marutham" pitchFamily="34" charset="0"/>
                <a:cs typeface="TAU-Marutham" pitchFamily="34" charset="0"/>
              </a:rPr>
              <a:t>சிறப்பு</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மண்டலக்குழுக்கள்</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முன்பாகவும்</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மனுக்கள்</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தாக்கல்</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செய்யப்பட்டன</a:t>
            </a:r>
            <a:r>
              <a:rPr lang="en-US" sz="2600" dirty="0">
                <a:latin typeface="TAU-Marutham" pitchFamily="34" charset="0"/>
                <a:cs typeface="TAU-Marutham" pitchFamily="34" charset="0"/>
              </a:rPr>
              <a:t>.</a:t>
            </a:r>
          </a:p>
          <a:p>
            <a:pPr algn="just">
              <a:lnSpc>
                <a:spcPct val="150000"/>
              </a:lnSpc>
              <a:buFont typeface="Wingdings" pitchFamily="2" charset="2"/>
              <a:buChar char="Ø"/>
            </a:pPr>
            <a:endParaRPr lang="en-US" dirty="0">
              <a:latin typeface="TAU-Marutham" pitchFamily="34" charset="0"/>
              <a:cs typeface="TAU-Marutham" pitchFamily="34" charset="0"/>
            </a:endParaRPr>
          </a:p>
          <a:p>
            <a:endParaRPr lang="en-US"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3</a:t>
            </a:fld>
            <a:endParaRPr lang="en-US"/>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a:bodyPr>
          <a:lstStyle/>
          <a:p>
            <a:pPr algn="just">
              <a:lnSpc>
                <a:spcPct val="150000"/>
              </a:lnSpc>
              <a:buFont typeface="Wingdings" pitchFamily="2" charset="2"/>
              <a:buChar char="Ø"/>
            </a:pP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ஆணையத்தால்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நேரடியாக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தேர்தல்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நடவடிக்கைகள்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குறித்து</a:t>
            </a:r>
            <a:r>
              <a:rPr lang="en-US" sz="2400" dirty="0">
                <a:latin typeface="TAU-Marutham" pitchFamily="34" charset="0"/>
                <a:cs typeface="TAU-Marutham" pitchFamily="34" charset="0"/>
              </a:rPr>
              <a:t> </a:t>
            </a:r>
            <a:r>
              <a:rPr lang="en-US" sz="2400" b="1" dirty="0">
                <a:latin typeface="TAU-Marutham" pitchFamily="34" charset="0"/>
                <a:cs typeface="TAU-Marutham" pitchFamily="34" charset="0"/>
              </a:rPr>
              <a:t>5,544 </a:t>
            </a:r>
            <a:r>
              <a:rPr lang="en-US" sz="2400" b="1" dirty="0" err="1">
                <a:latin typeface="TAU-Marutham" pitchFamily="34" charset="0"/>
                <a:cs typeface="TAU-Marutham" pitchFamily="34" charset="0"/>
              </a:rPr>
              <a:t>புகார்</a:t>
            </a:r>
            <a:r>
              <a:rPr lang="en-US" sz="2400" b="1" dirty="0">
                <a:latin typeface="TAU-Marutham" pitchFamily="34" charset="0"/>
                <a:cs typeface="TAU-Marutham" pitchFamily="34" charset="0"/>
              </a:rPr>
              <a:t> </a:t>
            </a:r>
            <a:r>
              <a:rPr lang="en-US" sz="2400" b="1" dirty="0" err="1">
                <a:latin typeface="TAU-Marutham" pitchFamily="34" charset="0"/>
                <a:cs typeface="TAU-Marutham" pitchFamily="34" charset="0"/>
              </a:rPr>
              <a:t>மனுக்களும்</a:t>
            </a:r>
            <a:r>
              <a:rPr lang="en-US" sz="2400" b="1" dirty="0">
                <a:latin typeface="TAU-Marutham" pitchFamily="34" charset="0"/>
                <a:cs typeface="TAU-Marutham" pitchFamily="34" charset="0"/>
              </a:rPr>
              <a:t> </a:t>
            </a:r>
            <a:r>
              <a:rPr lang="en-US" sz="2400" dirty="0" err="1">
                <a:latin typeface="TAU-Marutham" pitchFamily="34" charset="0"/>
                <a:cs typeface="TAU-Marutham" pitchFamily="34" charset="0"/>
              </a:rPr>
              <a:t>பெறப்பட்டன</a:t>
            </a:r>
            <a:r>
              <a:rPr lang="en-US" sz="2400" dirty="0">
                <a:latin typeface="TAU-Marutham" pitchFamily="34" charset="0"/>
                <a:cs typeface="TAU-Marutham" pitchFamily="34" charset="0"/>
              </a:rPr>
              <a:t>.</a:t>
            </a:r>
            <a:endParaRPr lang="en-US" sz="2200" dirty="0">
              <a:latin typeface="TAU-Marutham" pitchFamily="34" charset="0"/>
              <a:cs typeface="TAU-Marutham" pitchFamily="34" charset="0"/>
            </a:endParaRPr>
          </a:p>
          <a:p>
            <a:pPr algn="just">
              <a:lnSpc>
                <a:spcPct val="150000"/>
              </a:lnSpc>
              <a:buFont typeface="Wingdings" pitchFamily="2" charset="2"/>
              <a:buChar char="Ø"/>
            </a:pPr>
            <a:r>
              <a:rPr lang="en-US" sz="2200" dirty="0" err="1">
                <a:latin typeface="TAU-Marutham" pitchFamily="34" charset="0"/>
                <a:cs typeface="TAU-Marutham" pitchFamily="34" charset="0"/>
              </a:rPr>
              <a:t>மாண்பமை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உயர்நீதிமன்றங்களும்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மண்டலக்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குழுக்களும்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புகார்களின்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தன்மையை</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நன்கு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பரிசீலித்து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இனங்களில்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அலுவலர்களின்</a:t>
            </a:r>
            <a:r>
              <a:rPr lang="en-US" sz="2200" dirty="0">
                <a:latin typeface="TAU-Marutham" pitchFamily="34" charset="0"/>
                <a:cs typeface="TAU-Marutham" pitchFamily="34" charset="0"/>
              </a:rPr>
              <a:t> தேர்தல் </a:t>
            </a:r>
            <a:r>
              <a:rPr lang="en-US" sz="2200" dirty="0" err="1">
                <a:latin typeface="TAU-Marutham" pitchFamily="34" charset="0"/>
                <a:cs typeface="TAU-Marutham" pitchFamily="34" charset="0"/>
              </a:rPr>
              <a:t>நடவடிக்கைகளை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கடுமையாக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கண்டனம்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செய்தும்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விமர்சித்தும்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இரத்து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செய்தும்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அலுவலர்கள்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நடவடிக்கை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எடுக்க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கோரியும்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தீர்ப்பாணைகள்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வழங்கியுள்ளன</a:t>
            </a:r>
            <a:r>
              <a:rPr lang="en-US" sz="2200" dirty="0">
                <a:latin typeface="TAU-Marutham" pitchFamily="34" charset="0"/>
                <a:cs typeface="TAU-Marutham" pitchFamily="34" charset="0"/>
              </a:rPr>
              <a:t>.</a:t>
            </a:r>
          </a:p>
          <a:p>
            <a:pPr algn="just">
              <a:lnSpc>
                <a:spcPct val="150000"/>
              </a:lnSpc>
            </a:pPr>
            <a:endParaRPr lang="en-IN" sz="2200" dirty="0">
              <a:latin typeface="TAU-Marutham" pitchFamily="34" charset="0"/>
              <a:cs typeface="TAU-Marutham" pitchFamily="34" charset="0"/>
            </a:endParaRPr>
          </a:p>
          <a:p>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4</a:t>
            </a:fld>
            <a:endParaRPr lang="en-US"/>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fontScale="92500" lnSpcReduction="10000"/>
          </a:bodyPr>
          <a:lstStyle/>
          <a:p>
            <a:pPr algn="ctr">
              <a:lnSpc>
                <a:spcPct val="170000"/>
              </a:lnSpc>
              <a:buNone/>
            </a:pPr>
            <a:r>
              <a:rPr lang="en-IN" sz="2400" b="1"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தேர்தல்</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ஆணையத்தில்</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பெறப்பட்ட</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புகார்களின்</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தன்மைகள்</a:t>
            </a:r>
            <a:r>
              <a:rPr lang="en-IN" sz="2400" b="1" u="sng" dirty="0">
                <a:latin typeface="TAU-Marutham" pitchFamily="34" charset="0"/>
                <a:ea typeface="Calibri" pitchFamily="34" charset="0"/>
                <a:cs typeface="TAU-Marutham" pitchFamily="34" charset="0"/>
              </a:rPr>
              <a:t>  (Nature of Complaints)</a:t>
            </a:r>
          </a:p>
          <a:p>
            <a:pPr algn="ctr">
              <a:buNone/>
            </a:pPr>
            <a:r>
              <a:rPr lang="en-US" sz="2000" b="1" dirty="0" err="1">
                <a:solidFill>
                  <a:srgbClr val="0070C0"/>
                </a:solidFill>
                <a:latin typeface="TAU-Marutham" pitchFamily="34" charset="0"/>
                <a:ea typeface="Calibri" pitchFamily="34" charset="0"/>
                <a:cs typeface="TAU-Marutham" pitchFamily="34" charset="0"/>
              </a:rPr>
              <a:t>ஆணைய</a:t>
            </a:r>
            <a:r>
              <a:rPr lang="en-US" sz="2000" b="1" dirty="0">
                <a:solidFill>
                  <a:srgbClr val="0070C0"/>
                </a:solidFill>
                <a:latin typeface="TAU-Marutham" pitchFamily="34" charset="0"/>
                <a:ea typeface="Calibri"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சுற்றறிக்கை</a:t>
            </a:r>
            <a:r>
              <a:rPr lang="en-US" sz="2000" b="1" dirty="0">
                <a:solidFill>
                  <a:srgbClr val="0070C0"/>
                </a:solidFill>
                <a:latin typeface="TAU-Marutham" pitchFamily="34" charset="0"/>
                <a:ea typeface="Calibri"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ந.க.எண்</a:t>
            </a:r>
            <a:r>
              <a:rPr lang="en-US" sz="2000" b="1" dirty="0">
                <a:solidFill>
                  <a:srgbClr val="0070C0"/>
                </a:solidFill>
                <a:latin typeface="TAU-Marutham" pitchFamily="34" charset="0"/>
                <a:ea typeface="Calibri" pitchFamily="34" charset="0"/>
                <a:cs typeface="TAU-Marutham" pitchFamily="34" charset="0"/>
              </a:rPr>
              <a:t> 1111/2022/கூதே5, </a:t>
            </a:r>
            <a:r>
              <a:rPr lang="en-US" sz="2000" b="1" dirty="0" err="1">
                <a:solidFill>
                  <a:srgbClr val="0070C0"/>
                </a:solidFill>
                <a:latin typeface="TAU-Marutham" pitchFamily="34" charset="0"/>
                <a:ea typeface="Calibri" pitchFamily="34" charset="0"/>
                <a:cs typeface="TAU-Marutham" pitchFamily="34" charset="0"/>
              </a:rPr>
              <a:t>நாள்</a:t>
            </a:r>
            <a:r>
              <a:rPr lang="en-US" sz="2000" b="1" dirty="0">
                <a:solidFill>
                  <a:srgbClr val="0070C0"/>
                </a:solidFill>
                <a:latin typeface="TAU-Marutham" pitchFamily="34" charset="0"/>
                <a:ea typeface="Calibri" pitchFamily="34" charset="0"/>
                <a:cs typeface="TAU-Marutham" pitchFamily="34" charset="0"/>
              </a:rPr>
              <a:t> 20.10.2022</a:t>
            </a:r>
          </a:p>
          <a:p>
            <a:pPr algn="ctr">
              <a:buNone/>
            </a:pPr>
            <a:endParaRPr lang="en-US" sz="1100" b="1" dirty="0">
              <a:solidFill>
                <a:srgbClr val="0070C0"/>
              </a:solidFill>
              <a:latin typeface="TAU-Marutham" pitchFamily="34" charset="0"/>
              <a:ea typeface="Calibri" pitchFamily="34" charset="0"/>
              <a:cs typeface="TAU-Marutham" pitchFamily="34" charset="0"/>
            </a:endParaRPr>
          </a:p>
          <a:p>
            <a:pPr marL="457200" indent="-457200" algn="just">
              <a:lnSpc>
                <a:spcPct val="150000"/>
              </a:lnSpc>
              <a:buNone/>
            </a:pP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மாண்பமை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உயர்நீதிமன்றம்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மண்டலக்குழுக்கள்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முன்பான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மற்றும்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ஆணையத்தினால்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நேரடியாக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பெறப்பட்ட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மனுக்களில்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கூறப்பட்டுள்ள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அனைத்து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வகைப்</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புகார்களும்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மூன்றாக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வகைப்படுத்தலாம்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அவை</a:t>
            </a:r>
            <a:r>
              <a:rPr lang="en-US" sz="2400" dirty="0">
                <a:latin typeface="TAU-Marutham" pitchFamily="34" charset="0"/>
                <a:cs typeface="TAU-Marutham" pitchFamily="34" charset="0"/>
              </a:rPr>
              <a:t>:</a:t>
            </a:r>
            <a:endParaRPr lang="en-US" sz="600" b="1" dirty="0">
              <a:latin typeface="TAU-Marutham" pitchFamily="34" charset="0"/>
              <a:ea typeface="Calibri" pitchFamily="34" charset="0"/>
              <a:cs typeface="TAU-Marutham" pitchFamily="34" charset="0"/>
            </a:endParaRPr>
          </a:p>
          <a:p>
            <a:pPr marL="457200" lvl="0" indent="-457200">
              <a:lnSpc>
                <a:spcPct val="150000"/>
              </a:lnSpc>
              <a:buAutoNum type="arabicPeriod"/>
            </a:pPr>
            <a:r>
              <a:rPr lang="en-US" sz="2400" dirty="0" err="1">
                <a:latin typeface="TAU-Marutham" pitchFamily="34" charset="0"/>
                <a:cs typeface="TAU-Marutham" pitchFamily="34" charset="0"/>
              </a:rPr>
              <a:t>உறுப்பினர்</a:t>
            </a:r>
            <a:r>
              <a:rPr lang="en-US" sz="2400" dirty="0">
                <a:latin typeface="TAU-Marutham" pitchFamily="34" charset="0"/>
                <a:cs typeface="TAU-Marutham" pitchFamily="34" charset="0"/>
              </a:rPr>
              <a:t>/</a:t>
            </a:r>
            <a:r>
              <a:rPr lang="en-US" sz="2400" dirty="0" err="1">
                <a:latin typeface="TAU-Marutham" pitchFamily="34" charset="0"/>
                <a:cs typeface="TAU-Marutham" pitchFamily="34" charset="0"/>
              </a:rPr>
              <a:t>வாக்காளர்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பட்டியல்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தொடர்புடையது</a:t>
            </a:r>
            <a:r>
              <a:rPr lang="en-US" sz="2400" dirty="0">
                <a:latin typeface="TAU-Marutham" pitchFamily="34" charset="0"/>
                <a:cs typeface="TAU-Marutham" pitchFamily="34" charset="0"/>
              </a:rPr>
              <a:t> (Member/Voter list)</a:t>
            </a:r>
          </a:p>
          <a:p>
            <a:pPr marL="457200" lvl="0" indent="-457200">
              <a:lnSpc>
                <a:spcPct val="150000"/>
              </a:lnSpc>
              <a:buAutoNum type="arabicPeriod"/>
            </a:pPr>
            <a:r>
              <a:rPr lang="en-US" sz="2400" dirty="0" err="1">
                <a:latin typeface="TAU-Marutham" pitchFamily="34" charset="0"/>
                <a:cs typeface="TAU-Marutham" pitchFamily="34" charset="0"/>
              </a:rPr>
              <a:t>வேட்புமனு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தாக்கல்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தொடர்புடையது</a:t>
            </a:r>
            <a:r>
              <a:rPr lang="en-US" sz="2400" dirty="0">
                <a:latin typeface="TAU-Marutham" pitchFamily="34" charset="0"/>
                <a:cs typeface="TAU-Marutham" pitchFamily="34" charset="0"/>
              </a:rPr>
              <a:t> (Filing of Nomination)</a:t>
            </a:r>
          </a:p>
          <a:p>
            <a:pPr marL="457200" lvl="0" indent="-457200">
              <a:lnSpc>
                <a:spcPct val="150000"/>
              </a:lnSpc>
              <a:buAutoNum type="arabicPeriod"/>
            </a:pPr>
            <a:r>
              <a:rPr lang="en-US" sz="2400" dirty="0" err="1">
                <a:latin typeface="TAU-Marutham" pitchFamily="34" charset="0"/>
                <a:cs typeface="TAU-Marutham" pitchFamily="34" charset="0"/>
              </a:rPr>
              <a:t>வேட்புமனு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பரிசீலனை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தொடர்புடையது</a:t>
            </a:r>
            <a:r>
              <a:rPr lang="en-US" sz="2400" dirty="0">
                <a:latin typeface="TAU-Marutham" pitchFamily="34" charset="0"/>
                <a:cs typeface="TAU-Marutham" pitchFamily="34" charset="0"/>
              </a:rPr>
              <a:t> (Scrutiny)</a:t>
            </a:r>
          </a:p>
          <a:p>
            <a:pPr marL="457200" lvl="0" indent="-457200">
              <a:buNone/>
            </a:pPr>
            <a:endParaRPr lang="en-US" sz="2000" dirty="0">
              <a:latin typeface="TAU-Marutham" pitchFamily="34" charset="0"/>
              <a:cs typeface="TAU-Marutham" pitchFamily="34" charset="0"/>
            </a:endParaRPr>
          </a:p>
          <a:p>
            <a:pPr marL="457200" lvl="0" indent="-457200">
              <a:buNone/>
            </a:pPr>
            <a:endParaRPr lang="en-US" sz="2000" dirty="0">
              <a:latin typeface="TAU-Marutham" pitchFamily="34" charset="0"/>
              <a:cs typeface="TAU-Marutham" pitchFamily="34" charset="0"/>
            </a:endParaRPr>
          </a:p>
          <a:p>
            <a:pPr>
              <a:buNone/>
            </a:pPr>
            <a:endParaRPr lang="en-US" sz="3100" b="1"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endParaRPr lang="en-US"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5</a:t>
            </a:fld>
            <a:endParaRPr lang="en-US"/>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fontScale="92500" lnSpcReduction="20000"/>
          </a:bodyPr>
          <a:lstStyle/>
          <a:p>
            <a:pPr lvl="0">
              <a:buNone/>
            </a:pPr>
            <a:endParaRPr lang="en-US" sz="2000" b="1" dirty="0">
              <a:latin typeface="TAU-Marutham" pitchFamily="34" charset="0"/>
              <a:cs typeface="TAU-Marutham" pitchFamily="34" charset="0"/>
            </a:endParaRPr>
          </a:p>
          <a:p>
            <a:pPr lvl="0">
              <a:buNone/>
            </a:pPr>
            <a:r>
              <a:rPr lang="en-US" sz="2600" b="1" dirty="0">
                <a:latin typeface="TAU-Marutham" pitchFamily="34" charset="0"/>
                <a:cs typeface="TAU-Marutham" pitchFamily="34" charset="0"/>
              </a:rPr>
              <a:t>I. </a:t>
            </a:r>
            <a:r>
              <a:rPr lang="en-US" sz="2600" b="1" dirty="0" err="1">
                <a:latin typeface="TAU-Marutham" pitchFamily="34" charset="0"/>
                <a:cs typeface="TAU-Marutham" pitchFamily="34" charset="0"/>
              </a:rPr>
              <a:t>உறுப்பினர்</a:t>
            </a:r>
            <a:r>
              <a:rPr lang="en-US" sz="2600" b="1" dirty="0">
                <a:latin typeface="TAU-Marutham" pitchFamily="34" charset="0"/>
                <a:cs typeface="TAU-Marutham" pitchFamily="34" charset="0"/>
              </a:rPr>
              <a:t>/</a:t>
            </a:r>
            <a:r>
              <a:rPr lang="en-US" sz="2600" b="1" dirty="0" err="1">
                <a:latin typeface="TAU-Marutham" pitchFamily="34" charset="0"/>
                <a:cs typeface="TAU-Marutham" pitchFamily="34" charset="0"/>
              </a:rPr>
              <a:t>வாக்காளர்</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பட்டியல்</a:t>
            </a:r>
            <a:r>
              <a:rPr lang="en-US" sz="2600" b="1" dirty="0">
                <a:latin typeface="TAU-Marutham" pitchFamily="34" charset="0"/>
                <a:cs typeface="TAU-Marutham" pitchFamily="34" charset="0"/>
              </a:rPr>
              <a:t> </a:t>
            </a:r>
            <a:r>
              <a:rPr lang="en-US" sz="2600" b="1" dirty="0" err="1">
                <a:latin typeface="TAU-Marutham" pitchFamily="34" charset="0"/>
                <a:cs typeface="TAU-Marutham" pitchFamily="34" charset="0"/>
              </a:rPr>
              <a:t>தொடர்புடையது</a:t>
            </a:r>
            <a:endParaRPr lang="en-US" sz="2600" b="1" dirty="0">
              <a:latin typeface="TAU-Marutham" pitchFamily="34" charset="0"/>
              <a:cs typeface="TAU-Marutham" pitchFamily="34" charset="0"/>
            </a:endParaRPr>
          </a:p>
          <a:p>
            <a:pPr lvl="0" algn="just">
              <a:lnSpc>
                <a:spcPct val="200000"/>
              </a:lnSpc>
              <a:buFont typeface="Wingdings" pitchFamily="2" charset="2"/>
              <a:buChar char="Ø"/>
            </a:pPr>
            <a:r>
              <a:rPr lang="en-US" sz="2600" dirty="0" err="1">
                <a:latin typeface="TAU-Marutham" pitchFamily="34" charset="0"/>
                <a:cs typeface="TAU-Marutham" pitchFamily="34" charset="0"/>
              </a:rPr>
              <a:t>உறுப்பினர்</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பட்டியல்</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அறிவிப்பு</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பலகையில்</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ஒட்டப்படவில்லை</a:t>
            </a:r>
            <a:r>
              <a:rPr lang="en-US" sz="2600" dirty="0">
                <a:latin typeface="TAU-Marutham" pitchFamily="34" charset="0"/>
                <a:cs typeface="TAU-Marutham" pitchFamily="34" charset="0"/>
              </a:rPr>
              <a:t>.</a:t>
            </a:r>
            <a:endParaRPr lang="en-IN" sz="2600" dirty="0">
              <a:latin typeface="TAU-Marutham" pitchFamily="34" charset="0"/>
              <a:cs typeface="TAU-Marutham" pitchFamily="34" charset="0"/>
            </a:endParaRPr>
          </a:p>
          <a:p>
            <a:pPr lvl="0" algn="just">
              <a:lnSpc>
                <a:spcPct val="200000"/>
              </a:lnSpc>
              <a:buFont typeface="Wingdings" pitchFamily="2" charset="2"/>
              <a:buChar char="Ø"/>
            </a:pPr>
            <a:r>
              <a:rPr lang="en-US" sz="2600" dirty="0" err="1">
                <a:latin typeface="TAU-Marutham" pitchFamily="34" charset="0"/>
                <a:cs typeface="TAU-Marutham" pitchFamily="34" charset="0"/>
              </a:rPr>
              <a:t>வாக்காளர்</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பட்டியல்</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அலுவலர்</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வரவில்லை</a:t>
            </a:r>
            <a:r>
              <a:rPr lang="en-US" sz="2600" dirty="0">
                <a:latin typeface="TAU-Marutham" pitchFamily="34" charset="0"/>
                <a:cs typeface="TAU-Marutham" pitchFamily="34" charset="0"/>
              </a:rPr>
              <a:t>.</a:t>
            </a:r>
            <a:endParaRPr lang="en-IN" sz="2600" dirty="0">
              <a:latin typeface="TAU-Marutham" pitchFamily="34" charset="0"/>
              <a:cs typeface="TAU-Marutham" pitchFamily="34" charset="0"/>
            </a:endParaRPr>
          </a:p>
          <a:p>
            <a:pPr lvl="0" algn="just">
              <a:lnSpc>
                <a:spcPct val="200000"/>
              </a:lnSpc>
              <a:buFont typeface="Wingdings" pitchFamily="2" charset="2"/>
              <a:buChar char="Ø"/>
            </a:pPr>
            <a:r>
              <a:rPr lang="en-US" sz="2600" dirty="0" err="1">
                <a:latin typeface="TAU-Marutham" pitchFamily="34" charset="0"/>
                <a:cs typeface="TAU-Marutham" pitchFamily="34" charset="0"/>
              </a:rPr>
              <a:t>உறுப்பினர்</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பட்டியல்</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தயாரிக்கப்படவில்லை</a:t>
            </a:r>
            <a:r>
              <a:rPr lang="en-US" sz="2600" dirty="0">
                <a:latin typeface="TAU-Marutham" pitchFamily="34" charset="0"/>
                <a:cs typeface="TAU-Marutham" pitchFamily="34" charset="0"/>
              </a:rPr>
              <a:t>.</a:t>
            </a:r>
            <a:endParaRPr lang="en-IN" sz="2600" dirty="0">
              <a:latin typeface="TAU-Marutham" pitchFamily="34" charset="0"/>
              <a:cs typeface="TAU-Marutham" pitchFamily="34" charset="0"/>
            </a:endParaRPr>
          </a:p>
          <a:p>
            <a:pPr lvl="0" algn="just">
              <a:lnSpc>
                <a:spcPct val="200000"/>
              </a:lnSpc>
              <a:buFont typeface="Wingdings" pitchFamily="2" charset="2"/>
              <a:buChar char="Ø"/>
            </a:pPr>
            <a:r>
              <a:rPr lang="en-US" sz="2600" dirty="0" err="1">
                <a:latin typeface="TAU-Marutham" pitchFamily="34" charset="0"/>
                <a:cs typeface="TAU-Marutham" pitchFamily="34" charset="0"/>
              </a:rPr>
              <a:t>போலியான</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மற்றும்</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தகுதியற்ற</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உறுப்பினர்கள்</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பட்டியலில்</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இடம்</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பெற்றிருத்தல்</a:t>
            </a:r>
            <a:r>
              <a:rPr lang="en-US" sz="2600" dirty="0">
                <a:latin typeface="TAU-Marutham" pitchFamily="34" charset="0"/>
                <a:cs typeface="TAU-Marutham" pitchFamily="34" charset="0"/>
              </a:rPr>
              <a:t>.</a:t>
            </a:r>
            <a:endParaRPr lang="en-IN" sz="2600" dirty="0">
              <a:latin typeface="TAU-Marutham" pitchFamily="34" charset="0"/>
              <a:cs typeface="TAU-Marutham" pitchFamily="34" charset="0"/>
            </a:endParaRPr>
          </a:p>
          <a:p>
            <a:pPr lvl="0" algn="just">
              <a:lnSpc>
                <a:spcPct val="200000"/>
              </a:lnSpc>
              <a:buFont typeface="Wingdings" pitchFamily="2" charset="2"/>
              <a:buChar char="Ø"/>
            </a:pPr>
            <a:r>
              <a:rPr lang="en-US" sz="2600" dirty="0" err="1">
                <a:latin typeface="TAU-Marutham" pitchFamily="34" charset="0"/>
                <a:cs typeface="TAU-Marutham" pitchFamily="34" charset="0"/>
              </a:rPr>
              <a:t>கோருரிமை</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மற்றும்</a:t>
            </a:r>
            <a:r>
              <a:rPr lang="en-US" sz="2600" dirty="0">
                <a:latin typeface="TAU-Marutham" pitchFamily="34" charset="0"/>
                <a:cs typeface="TAU-Marutham" pitchFamily="34" charset="0"/>
              </a:rPr>
              <a:t> </a:t>
            </a:r>
            <a:r>
              <a:rPr lang="en-US" sz="2600" dirty="0" err="1">
                <a:latin typeface="TAU-Marutham" pitchFamily="34" charset="0"/>
                <a:cs typeface="TAU-Marutham" pitchFamily="34" charset="0"/>
              </a:rPr>
              <a:t>மறுப்புகள்</a:t>
            </a:r>
            <a:r>
              <a:rPr lang="en-US" sz="2600" dirty="0">
                <a:latin typeface="TAU-Marutham" pitchFamily="34" charset="0"/>
                <a:cs typeface="TAU-Marutham" pitchFamily="34" charset="0"/>
              </a:rPr>
              <a:t> </a:t>
            </a:r>
            <a:r>
              <a:rPr lang="en-US" sz="2600" dirty="0" err="1" smtClean="0">
                <a:latin typeface="TAU-Marutham" pitchFamily="34" charset="0"/>
                <a:cs typeface="TAU-Marutham" pitchFamily="34" charset="0"/>
              </a:rPr>
              <a:t>பெறப்படவில்லை</a:t>
            </a:r>
            <a:r>
              <a:rPr lang="en-US" sz="2600" dirty="0">
                <a:latin typeface="TAU-Marutham" pitchFamily="34" charset="0"/>
                <a:cs typeface="TAU-Marutham" pitchFamily="34" charset="0"/>
              </a:rPr>
              <a:t>.</a:t>
            </a:r>
            <a:endParaRPr lang="en-IN" sz="2600" dirty="0">
              <a:latin typeface="TAU-Marutham" pitchFamily="34" charset="0"/>
              <a:cs typeface="TAU-Marutham" pitchFamily="34" charset="0"/>
            </a:endParaRPr>
          </a:p>
          <a:p>
            <a:pPr lvl="0">
              <a:buNone/>
            </a:pPr>
            <a:endParaRPr lang="en-US" sz="2000" dirty="0">
              <a:latin typeface="TAU-Marutham" pitchFamily="34" charset="0"/>
              <a:cs typeface="TAU-Marutham" pitchFamily="34" charset="0"/>
            </a:endParaRPr>
          </a:p>
          <a:p>
            <a:pPr>
              <a:buNone/>
            </a:pPr>
            <a:endParaRPr lang="en-US" sz="3100" b="1"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pPr algn="just">
              <a:lnSpc>
                <a:spcPct val="170000"/>
              </a:lnSpc>
              <a:buNone/>
            </a:pPr>
            <a:endParaRPr lang="en-US" sz="2700" dirty="0">
              <a:latin typeface="TAU-Marutham" pitchFamily="34" charset="0"/>
              <a:ea typeface="Calibri" pitchFamily="34" charset="0"/>
              <a:cs typeface="TAU-Marutham" pitchFamily="34" charset="0"/>
            </a:endParaRPr>
          </a:p>
          <a:p>
            <a:endParaRPr lang="en-US"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6</a:t>
            </a:fld>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3"/>
            <a:ext cx="8229600" cy="5072098"/>
          </a:xfrm>
        </p:spPr>
        <p:txBody>
          <a:bodyPr>
            <a:normAutofit fontScale="92500"/>
          </a:bodyPr>
          <a:lstStyle/>
          <a:p>
            <a:pPr lvl="0" algn="just">
              <a:lnSpc>
                <a:spcPct val="200000"/>
              </a:lnSpc>
              <a:buFont typeface="Wingdings" pitchFamily="2" charset="2"/>
              <a:buChar char="Ø"/>
            </a:pPr>
            <a:r>
              <a:rPr lang="en-US" sz="2200" dirty="0" err="1">
                <a:latin typeface="TAU-Marutham" pitchFamily="34" charset="0"/>
                <a:cs typeface="TAU-Marutham" pitchFamily="34" charset="0"/>
              </a:rPr>
              <a:t>இறுதி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வாக்காளர்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பட்டியல்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அறிவிப்பு</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பலகையில்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ஒட்டப்படவில்லை</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a:p>
            <a:pPr lvl="0" algn="just">
              <a:lnSpc>
                <a:spcPct val="200000"/>
              </a:lnSpc>
              <a:buFont typeface="Wingdings" pitchFamily="2" charset="2"/>
              <a:buChar char="Ø"/>
            </a:pPr>
            <a:r>
              <a:rPr lang="en-US" sz="2200" dirty="0" err="1">
                <a:latin typeface="TAU-Marutham" pitchFamily="34" charset="0"/>
                <a:cs typeface="TAU-Marutham" pitchFamily="34" charset="0"/>
              </a:rPr>
              <a:t>உறுப்பினர்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பட்டியலில்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பெயர்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விடுபட்டுள்ளது</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a:p>
            <a:pPr lvl="0" algn="just">
              <a:lnSpc>
                <a:spcPct val="200000"/>
              </a:lnSpc>
              <a:buFont typeface="Wingdings" pitchFamily="2" charset="2"/>
              <a:buChar char="Ø"/>
            </a:pPr>
            <a:r>
              <a:rPr lang="en-US" sz="2200" dirty="0" err="1">
                <a:latin typeface="TAU-Marutham" pitchFamily="34" charset="0"/>
                <a:cs typeface="TAU-Marutham" pitchFamily="34" charset="0"/>
              </a:rPr>
              <a:t>இறந்த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உறுப்பினர்கள்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பெயர்கள்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நீக்கப்படவில்லை</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a:p>
            <a:pPr lvl="0" algn="just">
              <a:lnSpc>
                <a:spcPct val="200000"/>
              </a:lnSpc>
              <a:buFont typeface="Wingdings" pitchFamily="2" charset="2"/>
              <a:buChar char="Ø"/>
            </a:pPr>
            <a:r>
              <a:rPr lang="en-US" sz="2200" dirty="0" err="1">
                <a:latin typeface="TAU-Marutham" pitchFamily="34" charset="0"/>
                <a:cs typeface="TAU-Marutham" pitchFamily="34" charset="0"/>
              </a:rPr>
              <a:t>சங்க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செயல்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எல்லை</a:t>
            </a:r>
            <a:r>
              <a:rPr lang="en-US" sz="2200" dirty="0">
                <a:latin typeface="TAU-Marutham" pitchFamily="34" charset="0"/>
                <a:cs typeface="TAU-Marutham" pitchFamily="34" charset="0"/>
              </a:rPr>
              <a:t>  (area of operation) </a:t>
            </a:r>
            <a:r>
              <a:rPr lang="en-US" sz="2200" dirty="0" err="1">
                <a:latin typeface="TAU-Marutham" pitchFamily="34" charset="0"/>
                <a:cs typeface="TAU-Marutham" pitchFamily="34" charset="0"/>
              </a:rPr>
              <a:t>யில்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வசிக்காத</a:t>
            </a:r>
            <a:r>
              <a:rPr lang="en-US" sz="2200" dirty="0">
                <a:latin typeface="TAU-Marutham" pitchFamily="34" charset="0"/>
                <a:cs typeface="TAU-Marutham" pitchFamily="34" charset="0"/>
              </a:rPr>
              <a:t> / </a:t>
            </a:r>
            <a:r>
              <a:rPr lang="en-US" sz="2200" dirty="0" err="1">
                <a:latin typeface="TAU-Marutham" pitchFamily="34" charset="0"/>
                <a:cs typeface="TAU-Marutham" pitchFamily="34" charset="0"/>
              </a:rPr>
              <a:t>தொழில்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செய்யாத</a:t>
            </a:r>
            <a:r>
              <a:rPr lang="en-US" sz="2200" dirty="0">
                <a:latin typeface="TAU-Marutham" pitchFamily="34" charset="0"/>
                <a:cs typeface="TAU-Marutham" pitchFamily="34" charset="0"/>
              </a:rPr>
              <a:t> / </a:t>
            </a:r>
            <a:r>
              <a:rPr lang="en-US" sz="2200" dirty="0" err="1">
                <a:latin typeface="TAU-Marutham" pitchFamily="34" charset="0"/>
                <a:cs typeface="TAU-Marutham" pitchFamily="34" charset="0"/>
              </a:rPr>
              <a:t>விவசாய</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நிலம்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இல்லாத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உறுப்பினர்கள்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சங்கத்துணை</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விதிக்கு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புறம்பாக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உறுப்பினர்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பட்டியலில்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இடம்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பெற்றிருத்தல்</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a:p>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7</a:t>
            </a:fld>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fontScale="90000"/>
          </a:bodyPr>
          <a:lstStyle/>
          <a:p>
            <a:pPr lvl="0" algn="l"/>
            <a:r>
              <a:rPr lang="en-US" sz="2700" b="1" dirty="0">
                <a:latin typeface="TAU-Marutham" pitchFamily="34" charset="0"/>
                <a:ea typeface="+mn-ea"/>
                <a:cs typeface="TAU-Marutham" pitchFamily="34" charset="0"/>
              </a:rPr>
              <a:t>II. </a:t>
            </a:r>
            <a:r>
              <a:rPr lang="en-US" sz="2700" b="1" dirty="0" err="1">
                <a:latin typeface="TAU-Marutham" pitchFamily="34" charset="0"/>
                <a:ea typeface="+mn-ea"/>
                <a:cs typeface="TAU-Marutham" pitchFamily="34" charset="0"/>
              </a:rPr>
              <a:t>வேட்புமனு</a:t>
            </a:r>
            <a:r>
              <a:rPr lang="en-US" sz="2700" b="1" dirty="0">
                <a:latin typeface="TAU-Marutham" pitchFamily="34" charset="0"/>
                <a:ea typeface="+mn-ea"/>
                <a:cs typeface="TAU-Marutham" pitchFamily="34" charset="0"/>
              </a:rPr>
              <a:t> </a:t>
            </a:r>
            <a:r>
              <a:rPr lang="en-US" sz="2700" b="1" dirty="0" err="1">
                <a:latin typeface="TAU-Marutham" pitchFamily="34" charset="0"/>
                <a:ea typeface="+mn-ea"/>
                <a:cs typeface="TAU-Marutham" pitchFamily="34" charset="0"/>
              </a:rPr>
              <a:t>தாக்கல்</a:t>
            </a:r>
            <a:r>
              <a:rPr lang="en-US" sz="2700" b="1" dirty="0">
                <a:latin typeface="TAU-Marutham" pitchFamily="34" charset="0"/>
                <a:ea typeface="+mn-ea"/>
                <a:cs typeface="TAU-Marutham" pitchFamily="34" charset="0"/>
              </a:rPr>
              <a:t> </a:t>
            </a:r>
            <a:r>
              <a:rPr lang="en-US" sz="2700" b="1" dirty="0" err="1">
                <a:latin typeface="TAU-Marutham" pitchFamily="34" charset="0"/>
                <a:ea typeface="+mn-ea"/>
                <a:cs typeface="TAU-Marutham" pitchFamily="34" charset="0"/>
              </a:rPr>
              <a:t>தொடர்புடையது</a:t>
            </a:r>
            <a:r>
              <a:rPr lang="en-US" dirty="0">
                <a:latin typeface="TAU-Marutham" pitchFamily="34" charset="0"/>
                <a:cs typeface="TAU-Marutham" pitchFamily="34" charset="0"/>
              </a:rPr>
              <a:t/>
            </a:r>
            <a:br>
              <a:rPr lang="en-US" dirty="0">
                <a:latin typeface="TAU-Marutham" pitchFamily="34" charset="0"/>
                <a:cs typeface="TAU-Marutham" pitchFamily="34" charset="0"/>
              </a:rPr>
            </a:br>
            <a:endParaRPr lang="en-IN" dirty="0"/>
          </a:p>
        </p:txBody>
      </p:sp>
      <p:sp>
        <p:nvSpPr>
          <p:cNvPr id="3" name="Content Placeholder 2"/>
          <p:cNvSpPr>
            <a:spLocks noGrp="1"/>
          </p:cNvSpPr>
          <p:nvPr>
            <p:ph idx="1"/>
          </p:nvPr>
        </p:nvSpPr>
        <p:spPr>
          <a:xfrm>
            <a:off x="457200" y="714356"/>
            <a:ext cx="8229600" cy="5411807"/>
          </a:xfrm>
        </p:spPr>
        <p:txBody>
          <a:bodyPr>
            <a:normAutofit fontScale="92500" lnSpcReduction="20000"/>
          </a:bodyPr>
          <a:lstStyle/>
          <a:p>
            <a:pPr lvl="0" algn="just">
              <a:lnSpc>
                <a:spcPct val="150000"/>
              </a:lnSpc>
              <a:buFont typeface="Wingdings" pitchFamily="2" charset="2"/>
              <a:buChar char="Ø"/>
            </a:pPr>
            <a:r>
              <a:rPr lang="en-US" sz="2400" dirty="0" err="1">
                <a:latin typeface="TAU-Marutham" pitchFamily="34" charset="0"/>
                <a:cs typeface="TAU-Marutham" pitchFamily="34" charset="0"/>
              </a:rPr>
              <a:t>வேட்புமனு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நடவடிக்கைக்கான</a:t>
            </a:r>
            <a:r>
              <a:rPr lang="en-US" sz="2400" dirty="0">
                <a:latin typeface="TAU-Marutham" pitchFamily="34" charset="0"/>
                <a:cs typeface="TAU-Marutham" pitchFamily="34" charset="0"/>
              </a:rPr>
              <a:t> தேர்தல் </a:t>
            </a:r>
            <a:r>
              <a:rPr lang="en-US" sz="2400" dirty="0" err="1">
                <a:latin typeface="TAU-Marutham" pitchFamily="34" charset="0"/>
                <a:cs typeface="TAU-Marutham" pitchFamily="34" charset="0"/>
              </a:rPr>
              <a:t>அலுவலர்</a:t>
            </a:r>
            <a:r>
              <a:rPr lang="en-US" sz="2400" dirty="0">
                <a:latin typeface="TAU-Marutham" pitchFamily="34" charset="0"/>
                <a:cs typeface="TAU-Marutham" pitchFamily="34" charset="0"/>
              </a:rPr>
              <a:t> தேர்தல் </a:t>
            </a:r>
            <a:r>
              <a:rPr lang="en-US" sz="2400" dirty="0" err="1">
                <a:latin typeface="TAU-Marutham" pitchFamily="34" charset="0"/>
                <a:cs typeface="TAU-Marutham" pitchFamily="34" charset="0"/>
              </a:rPr>
              <a:t>அறிவிப்பின்படியான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நாளில்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இடத்தில்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நேரத்தில்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இல்லை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50000"/>
              </a:lnSpc>
              <a:buFont typeface="Wingdings" pitchFamily="2" charset="2"/>
              <a:buChar char="Ø"/>
            </a:pPr>
            <a:r>
              <a:rPr lang="en-US" sz="2400" dirty="0" err="1">
                <a:latin typeface="TAU-Marutham" pitchFamily="34" charset="0"/>
                <a:cs typeface="TAU-Marutham" pitchFamily="34" charset="0"/>
              </a:rPr>
              <a:t>வேட்புமனு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படிவம்</a:t>
            </a:r>
            <a:r>
              <a:rPr lang="en-US" sz="2400" dirty="0">
                <a:latin typeface="TAU-Marutham" pitchFamily="34" charset="0"/>
                <a:cs typeface="TAU-Marutham" pitchFamily="34" charset="0"/>
              </a:rPr>
              <a:t> (Form No.18) </a:t>
            </a:r>
            <a:r>
              <a:rPr lang="en-US" sz="2400" dirty="0" err="1">
                <a:latin typeface="TAU-Marutham" pitchFamily="34" charset="0"/>
                <a:cs typeface="TAU-Marutham" pitchFamily="34" charset="0"/>
              </a:rPr>
              <a:t>தரமறுத்தல்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50000"/>
              </a:lnSpc>
              <a:buFont typeface="Wingdings" pitchFamily="2" charset="2"/>
              <a:buChar char="Ø"/>
            </a:pPr>
            <a:r>
              <a:rPr lang="en-US" sz="2400" dirty="0" err="1">
                <a:latin typeface="TAU-Marutham" pitchFamily="34" charset="0"/>
                <a:cs typeface="TAU-Marutham" pitchFamily="34" charset="0"/>
              </a:rPr>
              <a:t>குறிப்பிட்ட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நபர்களுக்கு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மட்டுமே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வேட்பு</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வழங்கப்படுதல்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50000"/>
              </a:lnSpc>
              <a:buFont typeface="Wingdings" pitchFamily="2" charset="2"/>
              <a:buChar char="Ø"/>
            </a:pPr>
            <a:r>
              <a:rPr lang="en-US" sz="2400" dirty="0" err="1">
                <a:latin typeface="TAU-Marutham" pitchFamily="34" charset="0"/>
                <a:cs typeface="TAU-Marutham" pitchFamily="34" charset="0"/>
              </a:rPr>
              <a:t>தட்டச்சு</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ஒளிநகல்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கைப்பட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எழுதுதல்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பதிவிறக்கம்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செய்யப்படுதல்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போன்ற</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வகைகளில்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உள்ள</a:t>
            </a:r>
            <a:r>
              <a:rPr lang="en-US" sz="2400" dirty="0">
                <a:latin typeface="TAU-Marutham" pitchFamily="34" charset="0"/>
                <a:cs typeface="TAU-Marutham" pitchFamily="34" charset="0"/>
              </a:rPr>
              <a:t> படிவம்-18ஐ </a:t>
            </a:r>
            <a:r>
              <a:rPr lang="en-US" sz="2400" dirty="0" err="1">
                <a:latin typeface="TAU-Marutham" pitchFamily="34" charset="0"/>
                <a:cs typeface="TAU-Marutham" pitchFamily="34" charset="0"/>
              </a:rPr>
              <a:t>ஏற்க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மறுத்தல்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50000"/>
              </a:lnSpc>
              <a:buFont typeface="Wingdings" pitchFamily="2" charset="2"/>
              <a:buChar char="Ø"/>
            </a:pPr>
            <a:r>
              <a:rPr lang="en-US" sz="2400" dirty="0" err="1">
                <a:latin typeface="TAU-Marutham" pitchFamily="34" charset="0"/>
                <a:cs typeface="TAU-Marutham" pitchFamily="34" charset="0"/>
              </a:rPr>
              <a:t>வேட்புமனு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பெற</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மறுத்தல்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50000"/>
              </a:lnSpc>
              <a:buFont typeface="Wingdings" pitchFamily="2" charset="2"/>
              <a:buChar char="Ø"/>
            </a:pPr>
            <a:r>
              <a:rPr lang="en-US" sz="2400" dirty="0" err="1">
                <a:latin typeface="TAU-Marutham" pitchFamily="34" charset="0"/>
                <a:cs typeface="TAU-Marutham" pitchFamily="34" charset="0"/>
              </a:rPr>
              <a:t>குறிப்பிட்ட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நபர்களிடமிருந்து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குறிப்பிட்ட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எண்ணிக்கையில்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மட்டுமே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வேட்பு</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பெறப்படுதல்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endParaRPr lang="en-IN" sz="1800" dirty="0">
              <a:latin typeface="TAU-Marutham" pitchFamily="34" charset="0"/>
              <a:cs typeface="TAU-Marutham" pitchFamily="34" charset="0"/>
            </a:endParaRPr>
          </a:p>
          <a:p>
            <a:pPr algn="just"/>
            <a:endParaRPr lang="en-IN" sz="1800"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8</a:t>
            </a:fld>
            <a:endParaRPr lang="en-US"/>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lgn="l"/>
            <a:r>
              <a:rPr lang="en-US" sz="2400" b="1" dirty="0">
                <a:latin typeface="TAU-Marutham" pitchFamily="34" charset="0"/>
                <a:cs typeface="TAU-Marutham" pitchFamily="34" charset="0"/>
              </a:rPr>
              <a:t>III. </a:t>
            </a:r>
            <a:r>
              <a:rPr lang="en-US" sz="2400" b="1" dirty="0" err="1">
                <a:latin typeface="TAU-Marutham" pitchFamily="34" charset="0"/>
                <a:cs typeface="TAU-Marutham" pitchFamily="34" charset="0"/>
              </a:rPr>
              <a:t>வேட்புமனு</a:t>
            </a:r>
            <a:r>
              <a:rPr lang="en-US" sz="2400" b="1" dirty="0">
                <a:latin typeface="TAU-Marutham" pitchFamily="34" charset="0"/>
                <a:cs typeface="TAU-Marutham" pitchFamily="34" charset="0"/>
              </a:rPr>
              <a:t> </a:t>
            </a:r>
            <a:r>
              <a:rPr lang="en-US" sz="2400" b="1" dirty="0" err="1">
                <a:latin typeface="TAU-Marutham" pitchFamily="34" charset="0"/>
                <a:cs typeface="TAU-Marutham" pitchFamily="34" charset="0"/>
              </a:rPr>
              <a:t>பரிசீலனை</a:t>
            </a:r>
            <a:r>
              <a:rPr lang="en-US" sz="2400" b="1" dirty="0">
                <a:latin typeface="TAU-Marutham" pitchFamily="34" charset="0"/>
                <a:cs typeface="TAU-Marutham" pitchFamily="34" charset="0"/>
              </a:rPr>
              <a:t> </a:t>
            </a:r>
            <a:r>
              <a:rPr lang="en-US" sz="2400" b="1" dirty="0" err="1">
                <a:latin typeface="TAU-Marutham" pitchFamily="34" charset="0"/>
                <a:cs typeface="TAU-Marutham" pitchFamily="34" charset="0"/>
              </a:rPr>
              <a:t>தொடர்புடையது</a:t>
            </a:r>
            <a:endParaRPr lang="en-IN" sz="2400" dirty="0">
              <a:latin typeface="TAU-Marutham" pitchFamily="34" charset="0"/>
              <a:cs typeface="TAU-Marutham" pitchFamily="34" charset="0"/>
            </a:endParaRPr>
          </a:p>
        </p:txBody>
      </p:sp>
      <p:sp>
        <p:nvSpPr>
          <p:cNvPr id="3" name="Content Placeholder 2"/>
          <p:cNvSpPr>
            <a:spLocks noGrp="1"/>
          </p:cNvSpPr>
          <p:nvPr>
            <p:ph idx="1"/>
          </p:nvPr>
        </p:nvSpPr>
        <p:spPr>
          <a:xfrm>
            <a:off x="457200" y="1214422"/>
            <a:ext cx="8229600" cy="4911741"/>
          </a:xfrm>
        </p:spPr>
        <p:txBody>
          <a:bodyPr>
            <a:normAutofit fontScale="25000" lnSpcReduction="20000"/>
          </a:bodyPr>
          <a:lstStyle/>
          <a:p>
            <a:pPr lvl="0" algn="just">
              <a:lnSpc>
                <a:spcPct val="170000"/>
              </a:lnSpc>
              <a:buFont typeface="Wingdings" pitchFamily="2" charset="2"/>
              <a:buChar char="Ø"/>
            </a:pPr>
            <a:r>
              <a:rPr lang="en-US" sz="8800" dirty="0" err="1">
                <a:latin typeface="TAU-Marutham" pitchFamily="34" charset="0"/>
                <a:cs typeface="TAU-Marutham" pitchFamily="34" charset="0"/>
              </a:rPr>
              <a:t>அறிவிப்பின்படியான</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பரிசீலனைக்கான</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நாள்</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இடத்தில்</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நேரத்தில்</a:t>
            </a:r>
            <a:r>
              <a:rPr lang="en-US" sz="8800" dirty="0">
                <a:latin typeface="TAU-Marutham" pitchFamily="34" charset="0"/>
                <a:cs typeface="TAU-Marutham" pitchFamily="34" charset="0"/>
              </a:rPr>
              <a:t> தேர்தல் </a:t>
            </a:r>
            <a:r>
              <a:rPr lang="en-US" sz="8800" dirty="0" err="1">
                <a:latin typeface="TAU-Marutham" pitchFamily="34" charset="0"/>
                <a:cs typeface="TAU-Marutham" pitchFamily="34" charset="0"/>
              </a:rPr>
              <a:t>அலுவலர்</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இல்லை</a:t>
            </a:r>
            <a:r>
              <a:rPr lang="en-US" sz="8800" dirty="0">
                <a:latin typeface="TAU-Marutham" pitchFamily="34" charset="0"/>
                <a:cs typeface="TAU-Marutham" pitchFamily="34" charset="0"/>
              </a:rPr>
              <a:t>.</a:t>
            </a:r>
            <a:endParaRPr lang="en-IN" sz="8800" dirty="0">
              <a:latin typeface="TAU-Marutham" pitchFamily="34" charset="0"/>
              <a:cs typeface="TAU-Marutham" pitchFamily="34" charset="0"/>
            </a:endParaRPr>
          </a:p>
          <a:p>
            <a:pPr lvl="0" algn="just">
              <a:lnSpc>
                <a:spcPct val="170000"/>
              </a:lnSpc>
              <a:buFont typeface="Wingdings" pitchFamily="2" charset="2"/>
              <a:buChar char="Ø"/>
            </a:pPr>
            <a:r>
              <a:rPr lang="en-US" sz="8800" dirty="0" err="1">
                <a:latin typeface="TAU-Marutham" pitchFamily="34" charset="0"/>
                <a:cs typeface="TAU-Marutham" pitchFamily="34" charset="0"/>
              </a:rPr>
              <a:t>வேட்புமனு</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தாக்கல்</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கையொப்பம்</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சரியில்லை</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தொகுதி</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சரிவர</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நிரப்பப்படவில்லை</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உறுதி</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மொழியினை</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அடிக்கவில்லை</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வேட்புமனு</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சரிவர</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நிரப்பப்படவில்லை</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உறுப்பினர்</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எண்</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சரியாக</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இல்லை</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மற்றும்</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இது</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போன்ற</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அற்ப</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காரணங்களுக்காக</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நிராகரிக்கப்படுதல்</a:t>
            </a:r>
            <a:r>
              <a:rPr lang="en-US" sz="8800" dirty="0">
                <a:latin typeface="TAU-Marutham" pitchFamily="34" charset="0"/>
                <a:cs typeface="TAU-Marutham" pitchFamily="34" charset="0"/>
              </a:rPr>
              <a:t>.</a:t>
            </a:r>
            <a:endParaRPr lang="en-IN" sz="8800" dirty="0">
              <a:latin typeface="TAU-Marutham" pitchFamily="34" charset="0"/>
              <a:cs typeface="TAU-Marutham" pitchFamily="34" charset="0"/>
            </a:endParaRPr>
          </a:p>
          <a:p>
            <a:pPr lvl="0" algn="just">
              <a:lnSpc>
                <a:spcPct val="170000"/>
              </a:lnSpc>
              <a:buFont typeface="Wingdings" pitchFamily="2" charset="2"/>
              <a:buChar char="Ø"/>
            </a:pPr>
            <a:r>
              <a:rPr lang="en-US" sz="8800" dirty="0" err="1">
                <a:latin typeface="TAU-Marutham" pitchFamily="34" charset="0"/>
                <a:cs typeface="TAU-Marutham" pitchFamily="34" charset="0"/>
              </a:rPr>
              <a:t>வேட்பாளர்களுக்கு</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நிராகரிப்பதற்கான</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காரணங்கள்</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தெரிவிக்காமல்</a:t>
            </a:r>
            <a:r>
              <a:rPr lang="en-US" sz="8800" dirty="0">
                <a:latin typeface="TAU-Marutham" pitchFamily="34" charset="0"/>
                <a:cs typeface="TAU-Marutham" pitchFamily="34" charset="0"/>
              </a:rPr>
              <a:t> </a:t>
            </a:r>
            <a:r>
              <a:rPr lang="en-US" sz="8800" dirty="0" err="1">
                <a:latin typeface="TAU-Marutham" pitchFamily="34" charset="0"/>
                <a:cs typeface="TAU-Marutham" pitchFamily="34" charset="0"/>
              </a:rPr>
              <a:t>இருத்தல்</a:t>
            </a:r>
            <a:r>
              <a:rPr lang="en-US" sz="8800" dirty="0">
                <a:latin typeface="TAU-Marutham" pitchFamily="34" charset="0"/>
                <a:cs typeface="TAU-Marutham" pitchFamily="34" charset="0"/>
              </a:rPr>
              <a:t>.</a:t>
            </a:r>
            <a:endParaRPr lang="en-IN" sz="8800" dirty="0">
              <a:latin typeface="TAU-Marutham" pitchFamily="34" charset="0"/>
              <a:cs typeface="TAU-Marutham" pitchFamily="34" charset="0"/>
            </a:endParaRPr>
          </a:p>
          <a:p>
            <a:pPr lvl="0" algn="just"/>
            <a:endParaRPr lang="en-IN" sz="7200" dirty="0">
              <a:latin typeface="TAU-Marutham" pitchFamily="34" charset="0"/>
              <a:cs typeface="TAU-Marutham" pitchFamily="34" charset="0"/>
            </a:endParaRPr>
          </a:p>
          <a:p>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9</a:t>
            </a:fld>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fontScale="92500"/>
          </a:bodyPr>
          <a:lstStyle/>
          <a:p>
            <a:pPr lvl="0" algn="just">
              <a:lnSpc>
                <a:spcPct val="150000"/>
              </a:lnSpc>
              <a:buFont typeface="Wingdings" pitchFamily="2" charset="2"/>
              <a:buChar char="Ø"/>
            </a:pPr>
            <a:r>
              <a:rPr lang="en-US" sz="2400" dirty="0" err="1">
                <a:latin typeface="TAU-Marutham" pitchFamily="34" charset="0"/>
                <a:cs typeface="TAU-Marutham" pitchFamily="34" charset="0"/>
              </a:rPr>
              <a:t>வேட்பு</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மனுத்தாக்கலுக்கு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ஒப்புகை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வழங்கவில்லை</a:t>
            </a:r>
            <a:r>
              <a:rPr lang="en-US" sz="2400" dirty="0">
                <a:latin typeface="TAU-Marutham" pitchFamily="34" charset="0"/>
                <a:cs typeface="TAU-Marutham" pitchFamily="34" charset="0"/>
              </a:rPr>
              <a:t>.</a:t>
            </a:r>
          </a:p>
          <a:p>
            <a:pPr algn="just">
              <a:lnSpc>
                <a:spcPct val="150000"/>
              </a:lnSpc>
              <a:buFont typeface="Wingdings" pitchFamily="2" charset="2"/>
              <a:buChar char="Ø"/>
            </a:pPr>
            <a:r>
              <a:rPr lang="en-US" sz="2400" dirty="0" err="1">
                <a:latin typeface="TAU-Marutham" pitchFamily="34" charset="0"/>
                <a:cs typeface="TAU-Marutham" pitchFamily="34" charset="0"/>
              </a:rPr>
              <a:t>வேட்புமனுதாக்கலுக்கு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குறிப்பிட்ட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நபர்களைத்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தவிர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வேறு</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எவரும்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அனுமதிக்கப்படவில்லை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algn="just">
              <a:lnSpc>
                <a:spcPct val="150000"/>
              </a:lnSpc>
              <a:buFont typeface="Wingdings" pitchFamily="2" charset="2"/>
              <a:buChar char="Ø"/>
            </a:pPr>
            <a:r>
              <a:rPr lang="en-US" sz="2400" dirty="0" err="1">
                <a:latin typeface="TAU-Marutham" pitchFamily="34" charset="0"/>
                <a:cs typeface="TAU-Marutham" pitchFamily="34" charset="0"/>
              </a:rPr>
              <a:t>காவல்துறை</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பாதுகாப்பு</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அளவு</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ஏற்பாடு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செய்யப்படவில்லை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algn="just">
              <a:lnSpc>
                <a:spcPct val="150000"/>
              </a:lnSpc>
              <a:buFont typeface="Wingdings" pitchFamily="2" charset="2"/>
              <a:buChar char="Ø"/>
            </a:pPr>
            <a:r>
              <a:rPr lang="en-US" sz="2400" dirty="0" err="1">
                <a:latin typeface="TAU-Marutham" pitchFamily="34" charset="0"/>
                <a:cs typeface="TAU-Marutham" pitchFamily="34" charset="0"/>
              </a:rPr>
              <a:t>வீடியோ</a:t>
            </a:r>
            <a:r>
              <a:rPr lang="en-US" sz="2400" dirty="0">
                <a:latin typeface="TAU-Marutham" pitchFamily="34" charset="0"/>
                <a:cs typeface="TAU-Marutham" pitchFamily="34" charset="0"/>
              </a:rPr>
              <a:t> (Video Coverage)  </a:t>
            </a:r>
            <a:r>
              <a:rPr lang="en-US" sz="2400" dirty="0" err="1">
                <a:latin typeface="TAU-Marutham" pitchFamily="34" charset="0"/>
                <a:cs typeface="TAU-Marutham" pitchFamily="34" charset="0"/>
              </a:rPr>
              <a:t>ஏற்பாடு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இல்லை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algn="just">
              <a:lnSpc>
                <a:spcPct val="150000"/>
              </a:lnSpc>
              <a:buFont typeface="Wingdings" pitchFamily="2" charset="2"/>
              <a:buChar char="Ø"/>
            </a:pPr>
            <a:r>
              <a:rPr lang="en-US" sz="2400" dirty="0" err="1">
                <a:latin typeface="TAU-Marutham" pitchFamily="34" charset="0"/>
                <a:cs typeface="TAU-Marutham" pitchFamily="34" charset="0"/>
              </a:rPr>
              <a:t>வேட்பு</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தாக்கலின்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உண்மை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நிலவரத்திற்கு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மாறாக</a:t>
            </a:r>
            <a:r>
              <a:rPr lang="en-US" sz="2400" dirty="0">
                <a:latin typeface="TAU-Marutham" pitchFamily="34" charset="0"/>
                <a:cs typeface="TAU-Marutham" pitchFamily="34" charset="0"/>
              </a:rPr>
              <a:t> (Contrary to facts and circumstances) </a:t>
            </a:r>
            <a:r>
              <a:rPr lang="en-US" sz="2400" dirty="0" err="1">
                <a:latin typeface="TAU-Marutham" pitchFamily="34" charset="0"/>
                <a:cs typeface="TAU-Marutham" pitchFamily="34" charset="0"/>
              </a:rPr>
              <a:t>சட்ட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ஒழுங்கினைக்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காரணம்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காட்டி</a:t>
            </a:r>
            <a:r>
              <a:rPr lang="en-US" sz="2400" dirty="0">
                <a:latin typeface="TAU-Marutham" pitchFamily="34" charset="0"/>
                <a:cs typeface="TAU-Marutham" pitchFamily="34" charset="0"/>
              </a:rPr>
              <a:t> தேர்தல் </a:t>
            </a:r>
            <a:r>
              <a:rPr lang="en-US" sz="2400" dirty="0" err="1">
                <a:latin typeface="TAU-Marutham" pitchFamily="34" charset="0"/>
                <a:cs typeface="TAU-Marutham" pitchFamily="34" charset="0"/>
              </a:rPr>
              <a:t>நடவடிக்கைகளை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நிறுத்துதல்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10</a:t>
            </a:fld>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fontScale="92500"/>
          </a:bodyPr>
          <a:lstStyle/>
          <a:p>
            <a:pPr lvl="0" algn="just">
              <a:lnSpc>
                <a:spcPct val="150000"/>
              </a:lnSpc>
              <a:buFont typeface="Wingdings" pitchFamily="2" charset="2"/>
              <a:buChar char="Ø"/>
            </a:pPr>
            <a:r>
              <a:rPr lang="en-US" sz="2400" dirty="0" err="1">
                <a:latin typeface="TAU-Marutham" pitchFamily="34" charset="0"/>
                <a:cs typeface="TAU-Marutham" pitchFamily="34" charset="0"/>
              </a:rPr>
              <a:t>வேட்பாளர்களுக்கு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அனைத்து</a:t>
            </a:r>
            <a:r>
              <a:rPr lang="en-US" sz="2400" dirty="0">
                <a:latin typeface="TAU-Marutham" pitchFamily="34" charset="0"/>
                <a:cs typeface="TAU-Marutham" pitchFamily="34" charset="0"/>
              </a:rPr>
              <a:t> </a:t>
            </a:r>
            <a:r>
              <a:rPr lang="en-US" sz="2400" dirty="0" err="1" smtClean="0">
                <a:latin typeface="TAU-Marutham" pitchFamily="34" charset="0"/>
                <a:cs typeface="TAU-Marutham" pitchFamily="34" charset="0"/>
              </a:rPr>
              <a:t>வேட்புமனுக்களையும்</a:t>
            </a:r>
            <a:r>
              <a:rPr lang="en-US" sz="2400" dirty="0" smtClean="0">
                <a:latin typeface="TAU-Marutham" pitchFamily="34" charset="0"/>
                <a:cs typeface="TAU-Marutham" pitchFamily="34" charset="0"/>
              </a:rPr>
              <a:t> </a:t>
            </a:r>
            <a:r>
              <a:rPr lang="en-US" sz="2400" dirty="0" err="1">
                <a:latin typeface="TAU-Marutham" pitchFamily="34" charset="0"/>
                <a:cs typeface="TAU-Marutham" pitchFamily="34" charset="0"/>
              </a:rPr>
              <a:t>பார்வையிட்டு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சரியானதுதான்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என்று</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அறிந்து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கொள்ளும்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வகையில்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நியாயமான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எவ்வித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உதவியும்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செய்யாமல்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இருத்தல்</a:t>
            </a:r>
            <a:r>
              <a:rPr lang="en-US" sz="2400" dirty="0">
                <a:latin typeface="TAU-Marutham" pitchFamily="34" charset="0"/>
                <a:cs typeface="TAU-Marutham" pitchFamily="34" charset="0"/>
              </a:rPr>
              <a:t>.</a:t>
            </a:r>
          </a:p>
          <a:p>
            <a:pPr lvl="0" algn="just">
              <a:lnSpc>
                <a:spcPct val="150000"/>
              </a:lnSpc>
              <a:buFont typeface="Wingdings" pitchFamily="2" charset="2"/>
              <a:buChar char="Ø"/>
            </a:pPr>
            <a:r>
              <a:rPr lang="en-US" sz="2400" dirty="0" err="1">
                <a:latin typeface="TAU-Marutham" pitchFamily="34" charset="0"/>
                <a:cs typeface="TAU-Marutham" pitchFamily="34" charset="0"/>
              </a:rPr>
              <a:t>குறிப்பிட்ட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நபர்களின்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வேட்புமனுக்கள்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மற்றும்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அவை</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சரியாக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இல்லாத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நிலையிலும்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ஏற்றுக்கொள்ளப்படுதல்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50000"/>
              </a:lnSpc>
              <a:buFont typeface="Wingdings" pitchFamily="2" charset="2"/>
              <a:buChar char="Ø"/>
            </a:pPr>
            <a:r>
              <a:rPr lang="en-US" sz="2400" dirty="0" err="1">
                <a:latin typeface="TAU-Marutham" pitchFamily="34" charset="0"/>
                <a:cs typeface="TAU-Marutham" pitchFamily="34" charset="0"/>
              </a:rPr>
              <a:t>குறிப்பிட்ட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எண்ணிக்கையிலான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வேட்புமனுக்கள்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மட்டுமே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ஏற்றுக்கொள்ளப்படுதல்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50000"/>
              </a:lnSpc>
              <a:buFont typeface="Wingdings" pitchFamily="2" charset="2"/>
              <a:buChar char="Ø"/>
            </a:pPr>
            <a:r>
              <a:rPr lang="en-US" sz="2400" dirty="0">
                <a:latin typeface="TAU-Marutham" pitchFamily="34" charset="0"/>
                <a:cs typeface="TAU-Marutham" pitchFamily="34" charset="0"/>
              </a:rPr>
              <a:t>தேர்தல் </a:t>
            </a:r>
            <a:r>
              <a:rPr lang="en-US" sz="2400" dirty="0" err="1">
                <a:latin typeface="TAU-Marutham" pitchFamily="34" charset="0"/>
                <a:cs typeface="TAU-Marutham" pitchFamily="34" charset="0"/>
              </a:rPr>
              <a:t>அலுவலர்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வேட்பு</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மனுக்களில்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தாங்களாகவே</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திருத்தம்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மேற்கொண்டு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அவற்றை</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நிராகரித்தல்</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nSpc>
                <a:spcPct val="150000"/>
              </a:lnSpc>
            </a:pPr>
            <a:endParaRPr lang="en-IN" sz="2400" dirty="0">
              <a:latin typeface="TAU-Marutham" pitchFamily="34" charset="0"/>
              <a:cs typeface="TAU-Marutham" pitchFamily="34" charset="0"/>
            </a:endParaRPr>
          </a:p>
          <a:p>
            <a:pPr>
              <a:buNone/>
            </a:pPr>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11</a:t>
            </a:fld>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algn="just">
              <a:lnSpc>
                <a:spcPct val="150000"/>
              </a:lnSpc>
              <a:buFont typeface="Wingdings" pitchFamily="2" charset="2"/>
              <a:buChar char="Ø"/>
            </a:pPr>
            <a:endParaRPr lang="en-US" sz="2200" dirty="0">
              <a:latin typeface="TAU-Marutham" pitchFamily="34" charset="0"/>
              <a:cs typeface="TAU-Marutham" pitchFamily="34" charset="0"/>
            </a:endParaRPr>
          </a:p>
          <a:p>
            <a:pPr algn="just">
              <a:lnSpc>
                <a:spcPct val="150000"/>
              </a:lnSpc>
              <a:buFont typeface="Wingdings" pitchFamily="2" charset="2"/>
              <a:buChar char="Ø"/>
            </a:pPr>
            <a:r>
              <a:rPr lang="en-US" sz="2200" dirty="0">
                <a:latin typeface="TAU-Marutham" pitchFamily="34" charset="0"/>
                <a:cs typeface="TAU-Marutham" pitchFamily="34" charset="0"/>
              </a:rPr>
              <a:t>தேர்தல் </a:t>
            </a:r>
            <a:r>
              <a:rPr lang="en-US" sz="2200" dirty="0" err="1">
                <a:latin typeface="TAU-Marutham" pitchFamily="34" charset="0"/>
                <a:cs typeface="TAU-Marutham" pitchFamily="34" charset="0"/>
              </a:rPr>
              <a:t>அலுவலரால்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படிவம்</a:t>
            </a:r>
            <a:r>
              <a:rPr lang="en-US" sz="2200" dirty="0">
                <a:latin typeface="TAU-Marutham" pitchFamily="34" charset="0"/>
                <a:cs typeface="TAU-Marutham" pitchFamily="34" charset="0"/>
              </a:rPr>
              <a:t> 20-ல் </a:t>
            </a:r>
            <a:r>
              <a:rPr lang="en-US" sz="2200" dirty="0" err="1">
                <a:latin typeface="TAU-Marutham" pitchFamily="34" charset="0"/>
                <a:cs typeface="TAU-Marutham" pitchFamily="34" charset="0"/>
              </a:rPr>
              <a:t>வேட்பாளர்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பட்டியல்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முறையாக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வெளியிடப்படாமல்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இருத்தல்</a:t>
            </a:r>
            <a:r>
              <a:rPr lang="en-US" sz="2200" dirty="0">
                <a:latin typeface="TAU-Marutham" pitchFamily="34" charset="0"/>
                <a:cs typeface="TAU-Marutham" pitchFamily="34" charset="0"/>
              </a:rPr>
              <a:t>.</a:t>
            </a:r>
          </a:p>
          <a:p>
            <a:pPr lvl="0" algn="just">
              <a:lnSpc>
                <a:spcPct val="150000"/>
              </a:lnSpc>
              <a:buFont typeface="Wingdings" pitchFamily="2" charset="2"/>
              <a:buChar char="Ø"/>
            </a:pPr>
            <a:r>
              <a:rPr lang="en-US" sz="2200" dirty="0" err="1">
                <a:latin typeface="TAU-Marutham" pitchFamily="34" charset="0"/>
                <a:cs typeface="TAU-Marutham" pitchFamily="34" charset="0"/>
              </a:rPr>
              <a:t>இம்மாதிரியான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புகார்கள்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இனியும்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தொடரா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வண்ணம்</a:t>
            </a:r>
            <a:r>
              <a:rPr lang="en-US" sz="2200" dirty="0">
                <a:latin typeface="TAU-Marutham" pitchFamily="34" charset="0"/>
                <a:cs typeface="TAU-Marutham" pitchFamily="34" charset="0"/>
              </a:rPr>
              <a:t>, தேர்தல் </a:t>
            </a:r>
            <a:r>
              <a:rPr lang="en-US" sz="2200" dirty="0" err="1">
                <a:latin typeface="TAU-Marutham" pitchFamily="34" charset="0"/>
                <a:cs typeface="TAU-Marutham" pitchFamily="34" charset="0"/>
              </a:rPr>
              <a:t>நடவடிக்கைகளில்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ஈடுபடும்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அனைத்து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அலுவலர்களும்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உறுதி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செய்ய</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வேண்டும்</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a:p>
            <a:pPr lvl="0" algn="just">
              <a:lnSpc>
                <a:spcPct val="150000"/>
              </a:lnSpc>
              <a:buFont typeface="Wingdings" pitchFamily="2" charset="2"/>
              <a:buChar char="Ø"/>
            </a:pPr>
            <a:r>
              <a:rPr lang="en-US" sz="2200" dirty="0" err="1">
                <a:latin typeface="TAU-Marutham" pitchFamily="34" charset="0"/>
                <a:cs typeface="TAU-Marutham" pitchFamily="34" charset="0"/>
              </a:rPr>
              <a:t>இந்த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அறிவுரைகளை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மீறுபவர்கள்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தகுந்த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ஒழுங்கு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நடவடிக்கை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மேற்கொள்ளப்படும்</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a:p>
            <a:pPr lvl="0" algn="just">
              <a:lnSpc>
                <a:spcPct val="150000"/>
              </a:lnSpc>
              <a:buFont typeface="Wingdings" pitchFamily="2" charset="2"/>
              <a:buChar char="Ø"/>
            </a:pPr>
            <a:endParaRPr lang="en-IN" sz="2000"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12</a:t>
            </a:fld>
            <a:endParaRPr 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68412"/>
          </a:xfrm>
        </p:spPr>
        <p:txBody>
          <a:bodyPr>
            <a:normAutofit fontScale="90000"/>
          </a:bodyPr>
          <a:lstStyle/>
          <a:p>
            <a:pPr lvl="0"/>
            <a:r>
              <a:rPr kumimoji="0" lang="en-US" b="1" i="0" u="sng" strike="noStrike" cap="none" normalizeH="0" baseline="0" dirty="0">
                <a:ln>
                  <a:noFill/>
                </a:ln>
                <a:solidFill>
                  <a:schemeClr val="tx1"/>
                </a:solidFill>
                <a:effectLst/>
                <a:latin typeface="TAU-Marutham" pitchFamily="34" charset="0"/>
                <a:ea typeface="Calibri" pitchFamily="34" charset="0"/>
                <a:cs typeface="TAU-Marutham" pitchFamily="34" charset="0"/>
              </a:rPr>
              <a:t/>
            </a:r>
            <a:br>
              <a:rPr kumimoji="0" lang="en-US" b="1" i="0" u="sng" strike="noStrike" cap="none" normalizeH="0" baseline="0" dirty="0">
                <a:ln>
                  <a:noFill/>
                </a:ln>
                <a:solidFill>
                  <a:schemeClr val="tx1"/>
                </a:solidFill>
                <a:effectLst/>
                <a:latin typeface="TAU-Marutham" pitchFamily="34" charset="0"/>
                <a:ea typeface="Calibri" pitchFamily="34" charset="0"/>
                <a:cs typeface="TAU-Marutham" pitchFamily="34" charset="0"/>
              </a:rPr>
            </a:br>
            <a:r>
              <a:rPr kumimoji="0" lang="en-US" sz="3600" b="1" i="0" u="sng" strike="noStrike" cap="none" normalizeH="0" baseline="0" dirty="0" err="1">
                <a:ln>
                  <a:noFill/>
                </a:ln>
                <a:solidFill>
                  <a:schemeClr val="tx1"/>
                </a:solidFill>
                <a:effectLst/>
                <a:latin typeface="TAU-Marutham" pitchFamily="34" charset="0"/>
                <a:ea typeface="Calibri" pitchFamily="34" charset="0"/>
                <a:cs typeface="TAU-Marutham" pitchFamily="34" charset="0"/>
              </a:rPr>
              <a:t>ஆரம்ப</a:t>
            </a:r>
            <a:r>
              <a:rPr kumimoji="0" lang="en-US" sz="3600" b="1" i="0" u="sng" strike="noStrike" cap="none" normalizeH="0" baseline="0" dirty="0">
                <a:ln>
                  <a:noFill/>
                </a:ln>
                <a:solidFill>
                  <a:schemeClr val="tx1"/>
                </a:solidFill>
                <a:effectLst/>
                <a:latin typeface="TAU-Marutham" pitchFamily="34" charset="0"/>
                <a:ea typeface="Calibri" pitchFamily="34" charset="0"/>
                <a:cs typeface="TAU-Marutham" pitchFamily="34" charset="0"/>
              </a:rPr>
              <a:t> </a:t>
            </a:r>
            <a:r>
              <a:rPr kumimoji="0" lang="en-US" sz="3600" b="1" i="0" u="sng" strike="noStrike" cap="none" normalizeH="0" baseline="0" dirty="0" err="1">
                <a:ln>
                  <a:noFill/>
                </a:ln>
                <a:solidFill>
                  <a:schemeClr val="tx1"/>
                </a:solidFill>
                <a:effectLst/>
                <a:latin typeface="TAU-Marutham" pitchFamily="34" charset="0"/>
                <a:ea typeface="Calibri" pitchFamily="34" charset="0"/>
                <a:cs typeface="TAU-Marutham" pitchFamily="34" charset="0"/>
              </a:rPr>
              <a:t>கட்ட</a:t>
            </a:r>
            <a:r>
              <a:rPr kumimoji="0" lang="en-US" sz="3600" b="1" i="0" u="sng" strike="noStrike" cap="none" normalizeH="0" baseline="0" dirty="0">
                <a:ln>
                  <a:noFill/>
                </a:ln>
                <a:solidFill>
                  <a:schemeClr val="tx1"/>
                </a:solidFill>
                <a:effectLst/>
                <a:latin typeface="TAU-Marutham" pitchFamily="34" charset="0"/>
                <a:ea typeface="Calibri" pitchFamily="34" charset="0"/>
                <a:cs typeface="TAU-Marutham" pitchFamily="34" charset="0"/>
              </a:rPr>
              <a:t> </a:t>
            </a:r>
            <a:r>
              <a:rPr kumimoji="0" lang="en-US" sz="3600" b="1" i="0" u="sng" strike="noStrike" cap="none" normalizeH="0" baseline="0" dirty="0" err="1">
                <a:ln>
                  <a:noFill/>
                </a:ln>
                <a:solidFill>
                  <a:schemeClr val="tx1"/>
                </a:solidFill>
                <a:effectLst/>
                <a:latin typeface="TAU-Marutham" pitchFamily="34" charset="0"/>
                <a:ea typeface="Calibri" pitchFamily="34" charset="0"/>
                <a:cs typeface="TAU-Marutham" pitchFamily="34" charset="0"/>
              </a:rPr>
              <a:t>நடவடிக்கைகள்</a:t>
            </a:r>
            <a:r>
              <a:rPr kumimoji="0" lang="en-US" sz="3600" b="1" i="0" u="sng" strike="noStrike" cap="none" normalizeH="0" baseline="0" dirty="0">
                <a:ln>
                  <a:noFill/>
                </a:ln>
                <a:solidFill>
                  <a:schemeClr val="tx1"/>
                </a:solidFill>
                <a:effectLst/>
                <a:latin typeface="TAU-Marutham" pitchFamily="34" charset="0"/>
                <a:ea typeface="Calibri" pitchFamily="34" charset="0"/>
                <a:cs typeface="TAU-Marutham" pitchFamily="34" charset="0"/>
              </a:rPr>
              <a:t>              </a:t>
            </a:r>
            <a:r>
              <a:rPr kumimoji="0" lang="en-US" sz="3600" b="1" i="0" u="none" strike="noStrike" cap="none" normalizeH="0" baseline="0" dirty="0">
                <a:ln>
                  <a:noFill/>
                </a:ln>
                <a:solidFill>
                  <a:schemeClr val="tx1"/>
                </a:solidFill>
                <a:effectLst/>
                <a:latin typeface="TAU-Marutham" pitchFamily="34" charset="0"/>
                <a:ea typeface="Calibri" pitchFamily="34" charset="0"/>
                <a:cs typeface="TAU-Marutham" pitchFamily="34" charset="0"/>
              </a:rPr>
              <a:t>(Preliminary Arrangements)</a:t>
            </a:r>
            <a:r>
              <a:rPr kumimoji="0" lang="en-US" sz="1000" b="0" i="0" u="none" strike="noStrike" cap="none" normalizeH="0" baseline="0" dirty="0">
                <a:ln>
                  <a:noFill/>
                </a:ln>
                <a:solidFill>
                  <a:schemeClr val="tx1"/>
                </a:solidFill>
                <a:effectLst/>
                <a:latin typeface="Arial" pitchFamily="34" charset="0"/>
                <a:cs typeface="Arial" pitchFamily="34" charset="0"/>
              </a:rPr>
              <a:t/>
            </a:r>
            <a:br>
              <a:rPr kumimoji="0" lang="en-US" sz="1000" b="0" i="0" u="none" strike="noStrike" cap="none" normalizeH="0" baseline="0" dirty="0">
                <a:ln>
                  <a:noFill/>
                </a:ln>
                <a:solidFill>
                  <a:schemeClr val="tx1"/>
                </a:solidFill>
                <a:effectLst/>
                <a:latin typeface="Arial" pitchFamily="34" charset="0"/>
                <a:cs typeface="Arial" pitchFamily="34" charset="0"/>
              </a:rPr>
            </a:br>
            <a:endParaRPr lang="en-US" dirty="0"/>
          </a:p>
        </p:txBody>
      </p:sp>
      <p:sp>
        <p:nvSpPr>
          <p:cNvPr id="3" name="Content Placeholder 2"/>
          <p:cNvSpPr>
            <a:spLocks noGrp="1"/>
          </p:cNvSpPr>
          <p:nvPr>
            <p:ph idx="1"/>
          </p:nvPr>
        </p:nvSpPr>
        <p:spPr>
          <a:xfrm>
            <a:off x="500034" y="1571612"/>
            <a:ext cx="8229600" cy="5011750"/>
          </a:xfrm>
        </p:spPr>
        <p:txBody>
          <a:bodyPr numCol="1">
            <a:noAutofit/>
          </a:bodyPr>
          <a:lstStyle/>
          <a:p>
            <a:pPr lvl="0" algn="ctr">
              <a:buNone/>
            </a:pPr>
            <a:r>
              <a:rPr lang="en-US" sz="2400" b="1" dirty="0" err="1">
                <a:solidFill>
                  <a:srgbClr val="0070C0"/>
                </a:solidFill>
                <a:latin typeface="TAU-Marutham" pitchFamily="34" charset="0"/>
                <a:ea typeface="Calibri" pitchFamily="34" charset="0"/>
                <a:cs typeface="TAU-Marutham" pitchFamily="34" charset="0"/>
              </a:rPr>
              <a:t>ஆணைய</a:t>
            </a:r>
            <a:r>
              <a:rPr lang="en-US" sz="2400" b="1" dirty="0">
                <a:solidFill>
                  <a:srgbClr val="0070C0"/>
                </a:solidFill>
                <a:latin typeface="TAU-Marutham" pitchFamily="34" charset="0"/>
                <a:ea typeface="Calibri" pitchFamily="34" charset="0"/>
                <a:cs typeface="TAU-Marutham" pitchFamily="34" charset="0"/>
              </a:rPr>
              <a:t> </a:t>
            </a:r>
            <a:r>
              <a:rPr lang="en-US" sz="2400" b="1" dirty="0" err="1">
                <a:solidFill>
                  <a:srgbClr val="0070C0"/>
                </a:solidFill>
                <a:latin typeface="TAU-Marutham" pitchFamily="34" charset="0"/>
                <a:ea typeface="Calibri" pitchFamily="34" charset="0"/>
                <a:cs typeface="TAU-Marutham" pitchFamily="34" charset="0"/>
              </a:rPr>
              <a:t>சுற்றறிக்கை</a:t>
            </a:r>
            <a:r>
              <a:rPr lang="en-US" sz="2400" b="1" dirty="0">
                <a:solidFill>
                  <a:srgbClr val="0070C0"/>
                </a:solidFill>
                <a:latin typeface="TAU-Marutham" pitchFamily="34" charset="0"/>
                <a:ea typeface="Calibri" pitchFamily="34" charset="0"/>
                <a:cs typeface="TAU-Marutham" pitchFamily="34" charset="0"/>
              </a:rPr>
              <a:t> </a:t>
            </a:r>
            <a:r>
              <a:rPr lang="en-US" sz="2400" b="1" dirty="0" err="1">
                <a:solidFill>
                  <a:srgbClr val="0070C0"/>
                </a:solidFill>
                <a:latin typeface="TAU-Marutham" pitchFamily="34" charset="0"/>
                <a:ea typeface="Calibri" pitchFamily="34" charset="0"/>
                <a:cs typeface="TAU-Marutham" pitchFamily="34" charset="0"/>
              </a:rPr>
              <a:t>ந.க.எண்</a:t>
            </a:r>
            <a:r>
              <a:rPr lang="en-US" sz="2400" b="1" dirty="0">
                <a:solidFill>
                  <a:srgbClr val="0070C0"/>
                </a:solidFill>
                <a:latin typeface="TAU-Marutham" pitchFamily="34" charset="0"/>
                <a:ea typeface="Calibri" pitchFamily="34" charset="0"/>
                <a:cs typeface="TAU-Marutham" pitchFamily="34" charset="0"/>
              </a:rPr>
              <a:t> 825/2022/கூதே2(1), </a:t>
            </a:r>
            <a:r>
              <a:rPr lang="en-US" sz="2400" b="1" dirty="0" err="1">
                <a:solidFill>
                  <a:srgbClr val="0070C0"/>
                </a:solidFill>
                <a:latin typeface="TAU-Marutham" pitchFamily="34" charset="0"/>
                <a:ea typeface="Calibri" pitchFamily="34" charset="0"/>
                <a:cs typeface="TAU-Marutham" pitchFamily="34" charset="0"/>
              </a:rPr>
              <a:t>நாள்</a:t>
            </a:r>
            <a:r>
              <a:rPr lang="en-US" sz="2400" b="1" dirty="0">
                <a:solidFill>
                  <a:srgbClr val="0070C0"/>
                </a:solidFill>
                <a:latin typeface="TAU-Marutham" pitchFamily="34" charset="0"/>
                <a:ea typeface="Calibri" pitchFamily="34" charset="0"/>
                <a:cs typeface="TAU-Marutham" pitchFamily="34" charset="0"/>
              </a:rPr>
              <a:t> 29.08.2022</a:t>
            </a:r>
            <a:endParaRPr lang="en-IN" sz="2400" b="1" dirty="0">
              <a:solidFill>
                <a:srgbClr val="0070C0"/>
              </a:solidFill>
              <a:latin typeface="TAU-Marutham" pitchFamily="34" charset="0"/>
              <a:ea typeface="Calibri" pitchFamily="34" charset="0"/>
              <a:cs typeface="TAU-Marutham" pitchFamily="34" charset="0"/>
            </a:endParaRPr>
          </a:p>
          <a:p>
            <a:pPr lvl="0" algn="just">
              <a:buFont typeface="Wingdings" pitchFamily="2" charset="2"/>
              <a:buChar char="Ø"/>
            </a:pPr>
            <a:r>
              <a:rPr lang="en-IN" sz="2200" dirty="0" err="1">
                <a:latin typeface="TAU-Marutham" pitchFamily="34" charset="0"/>
                <a:ea typeface="Calibri" pitchFamily="34" charset="0"/>
                <a:cs typeface="TAU-Marutham" pitchFamily="34" charset="0"/>
              </a:rPr>
              <a:t>கூட்டுறவுச்</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சங்கங்களின்</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பதிவாளர்</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மற்றும்</a:t>
            </a:r>
            <a:r>
              <a:rPr lang="en-IN" sz="2200" dirty="0">
                <a:latin typeface="TAU-Marutham" pitchFamily="34" charset="0"/>
                <a:ea typeface="Calibri" pitchFamily="34" charset="0"/>
                <a:cs typeface="TAU-Marutham" pitchFamily="34" charset="0"/>
              </a:rPr>
              <a:t> 15 </a:t>
            </a:r>
            <a:r>
              <a:rPr lang="en-IN" sz="2200" dirty="0" err="1">
                <a:latin typeface="TAU-Marutham" pitchFamily="34" charset="0"/>
                <a:ea typeface="Calibri" pitchFamily="34" charset="0"/>
                <a:cs typeface="TAU-Marutham" pitchFamily="34" charset="0"/>
              </a:rPr>
              <a:t>இதர</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செயற்பதிவாளர்களிடமிருந்து</a:t>
            </a:r>
            <a:r>
              <a:rPr lang="en-IN" sz="2200" dirty="0">
                <a:latin typeface="TAU-Marutham" pitchFamily="34" charset="0"/>
                <a:ea typeface="Calibri" pitchFamily="34" charset="0"/>
                <a:cs typeface="TAU-Marutham" pitchFamily="34" charset="0"/>
              </a:rPr>
              <a:t> தேர்தல் </a:t>
            </a:r>
            <a:r>
              <a:rPr lang="en-IN" sz="2200" dirty="0" err="1">
                <a:latin typeface="TAU-Marutham" pitchFamily="34" charset="0"/>
                <a:ea typeface="Calibri" pitchFamily="34" charset="0"/>
                <a:cs typeface="TAU-Marutham" pitchFamily="34" charset="0"/>
              </a:rPr>
              <a:t>நடத்த</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வேண்டிய</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சங்கங்களின்</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பட்டியல்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பெறுதல்</a:t>
            </a:r>
            <a:r>
              <a:rPr lang="en-IN" sz="2200" dirty="0">
                <a:latin typeface="TAU-Marutham" pitchFamily="34" charset="0"/>
                <a:ea typeface="Calibri" pitchFamily="34" charset="0"/>
                <a:cs typeface="TAU-Marutham" pitchFamily="34" charset="0"/>
              </a:rPr>
              <a:t>.</a:t>
            </a:r>
          </a:p>
          <a:p>
            <a:pPr lvl="0" algn="just">
              <a:buFont typeface="Wingdings" pitchFamily="2" charset="2"/>
              <a:buChar char="Ø"/>
            </a:pPr>
            <a:r>
              <a:rPr lang="en-IN" sz="2200" dirty="0" err="1">
                <a:latin typeface="TAU-Marutham" pitchFamily="34" charset="0"/>
                <a:ea typeface="Calibri" pitchFamily="34" charset="0"/>
                <a:cs typeface="TAU-Marutham" pitchFamily="34" charset="0"/>
              </a:rPr>
              <a:t>தொடக்க</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கூட்டுறவு</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மத்திய</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கூட்டுறவு</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மற்றும்</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தலைமை</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கூட்டுறவுச்</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சங்கங்களுக்கான</a:t>
            </a:r>
            <a:r>
              <a:rPr lang="en-IN" sz="2200" dirty="0">
                <a:latin typeface="TAU-Marutham" pitchFamily="34" charset="0"/>
                <a:ea typeface="Calibri" pitchFamily="34" charset="0"/>
                <a:cs typeface="TAU-Marutham" pitchFamily="34" charset="0"/>
              </a:rPr>
              <a:t> 3 </a:t>
            </a:r>
            <a:r>
              <a:rPr lang="en-IN" sz="2200" dirty="0" err="1">
                <a:latin typeface="TAU-Marutham" pitchFamily="34" charset="0"/>
                <a:ea typeface="Calibri" pitchFamily="34" charset="0"/>
                <a:cs typeface="TAU-Marutham" pitchFamily="34" charset="0"/>
              </a:rPr>
              <a:t>அடுக்குமுறை</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தேர்தல்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நடத்த</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தேர்தல்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திட்டம்</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தயாரித்தல்</a:t>
            </a:r>
            <a:r>
              <a:rPr lang="en-IN" sz="2200" dirty="0">
                <a:latin typeface="TAU-Marutham" pitchFamily="34" charset="0"/>
                <a:ea typeface="Calibri" pitchFamily="34" charset="0"/>
                <a:cs typeface="TAU-Marutham" pitchFamily="34" charset="0"/>
              </a:rPr>
              <a:t>.</a:t>
            </a:r>
          </a:p>
          <a:p>
            <a:pPr lvl="0" algn="just">
              <a:buFont typeface="Wingdings" pitchFamily="2" charset="2"/>
              <a:buChar char="Ø"/>
            </a:pPr>
            <a:r>
              <a:rPr lang="en-IN" sz="2200" dirty="0" err="1">
                <a:latin typeface="TAU-Marutham" pitchFamily="34" charset="0"/>
                <a:ea typeface="Calibri" pitchFamily="34" charset="0"/>
                <a:cs typeface="TAU-Marutham" pitchFamily="34" charset="0"/>
              </a:rPr>
              <a:t>உறுப்பினர்</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பட்டியல்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வாக்காளர்</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பட்டியல்</a:t>
            </a:r>
            <a:r>
              <a:rPr lang="en-IN" sz="2200" dirty="0">
                <a:latin typeface="TAU-Marutham" pitchFamily="34" charset="0"/>
                <a:ea typeface="Calibri" pitchFamily="34" charset="0"/>
                <a:cs typeface="TAU-Marutham" pitchFamily="34" charset="0"/>
              </a:rPr>
              <a:t> </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சங்கங்கள்</a:t>
            </a:r>
            <a:r>
              <a:rPr lang="en-US"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சரியான</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முறையில்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தயாரித்தலை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ஒழுங்குப்படுத்துதல்</a:t>
            </a:r>
            <a:r>
              <a:rPr lang="en-IN" sz="2200" dirty="0">
                <a:latin typeface="TAU-Marutham" pitchFamily="34" charset="0"/>
                <a:ea typeface="Calibri" pitchFamily="34" charset="0"/>
                <a:cs typeface="TAU-Marutham" pitchFamily="34" charset="0"/>
              </a:rPr>
              <a:t>.</a:t>
            </a:r>
          </a:p>
          <a:p>
            <a:pPr algn="just">
              <a:buFont typeface="Wingdings" pitchFamily="2" charset="2"/>
              <a:buChar char="Ø"/>
            </a:pPr>
            <a:endParaRPr lang="en-US" sz="2200" dirty="0">
              <a:latin typeface="TAU-Marutham" pitchFamily="34" charset="0"/>
              <a:ea typeface="Calibri"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13</a:t>
            </a:fld>
            <a:endParaRPr 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fontScale="85000" lnSpcReduction="20000"/>
          </a:bodyPr>
          <a:lstStyle/>
          <a:p>
            <a:pPr lvl="0" algn="just">
              <a:lnSpc>
                <a:spcPct val="150000"/>
              </a:lnSpc>
              <a:buFont typeface="Wingdings" pitchFamily="2" charset="2"/>
              <a:buChar char="Ø"/>
            </a:pPr>
            <a:r>
              <a:rPr lang="en-US" sz="2200" dirty="0" err="1">
                <a:latin typeface="TAU-Marutham" pitchFamily="34" charset="0"/>
                <a:ea typeface="Calibri" pitchFamily="34" charset="0"/>
                <a:cs typeface="TAU-Marutham" pitchFamily="34" charset="0"/>
              </a:rPr>
              <a:t>தேவைப்படும்</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வாக்குப்பதிவு</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மையங்களின்</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எண்ணிக்கை</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அதற்கான</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இடங்கள்</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போன்றவற்றை</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முன்கூட்டியே</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திட்டமிடல்</a:t>
            </a:r>
            <a:r>
              <a:rPr lang="en-US" sz="2200" dirty="0">
                <a:latin typeface="TAU-Marutham" pitchFamily="34" charset="0"/>
                <a:ea typeface="Calibri" pitchFamily="34" charset="0"/>
                <a:cs typeface="TAU-Marutham" pitchFamily="34" charset="0"/>
              </a:rPr>
              <a:t>.</a:t>
            </a:r>
          </a:p>
          <a:p>
            <a:pPr algn="just">
              <a:lnSpc>
                <a:spcPct val="150000"/>
              </a:lnSpc>
              <a:buNone/>
            </a:pPr>
            <a:endParaRPr lang="en-US" sz="2200" dirty="0">
              <a:latin typeface="TAU-Marutham" pitchFamily="34" charset="0"/>
              <a:ea typeface="Calibri" pitchFamily="34" charset="0"/>
              <a:cs typeface="TAU-Marutham" pitchFamily="34" charset="0"/>
            </a:endParaRPr>
          </a:p>
          <a:p>
            <a:pPr algn="just">
              <a:lnSpc>
                <a:spcPct val="150000"/>
              </a:lnSpc>
              <a:buFont typeface="Wingdings" pitchFamily="2" charset="2"/>
              <a:buChar char="Ø"/>
            </a:pPr>
            <a:r>
              <a:rPr lang="en-US" sz="2200" dirty="0">
                <a:latin typeface="TAU-Marutham" pitchFamily="34" charset="0"/>
                <a:ea typeface="Calibri" pitchFamily="34" charset="0"/>
                <a:cs typeface="TAU-Marutham" pitchFamily="34" charset="0"/>
              </a:rPr>
              <a:t>தேர்தல் </a:t>
            </a:r>
            <a:r>
              <a:rPr lang="en-US" sz="2200" dirty="0" err="1">
                <a:latin typeface="TAU-Marutham" pitchFamily="34" charset="0"/>
                <a:ea typeface="Calibri" pitchFamily="34" charset="0"/>
                <a:cs typeface="TAU-Marutham" pitchFamily="34" charset="0"/>
              </a:rPr>
              <a:t>நடத்துவதற்கு</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சங்கத்திற்குத்</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தேவைப்படும்</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வாக்குப்பெட்டிகள்</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வாக்குச்சீட்டுகள்</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மற்றும்</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தேவையான</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இதர</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பொருட்கள்</a:t>
            </a:r>
            <a:r>
              <a:rPr lang="en-US" sz="2200" dirty="0">
                <a:latin typeface="TAU-Marutham" pitchFamily="34" charset="0"/>
                <a:ea typeface="Calibri" pitchFamily="34" charset="0"/>
                <a:cs typeface="TAU-Marutham" pitchFamily="34" charset="0"/>
              </a:rPr>
              <a:t> (Polling Materials)  </a:t>
            </a:r>
            <a:r>
              <a:rPr lang="en-US" sz="2200" dirty="0" err="1">
                <a:latin typeface="TAU-Marutham" pitchFamily="34" charset="0"/>
                <a:ea typeface="Calibri" pitchFamily="34" charset="0"/>
                <a:cs typeface="TAU-Marutham" pitchFamily="34" charset="0"/>
              </a:rPr>
              <a:t>தேவையினை</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அறிதலும்</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அதற்கான</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ஏற்பாடுகளை</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ஒருங்கிணைத்தலும்</a:t>
            </a:r>
            <a:r>
              <a:rPr lang="en-US" sz="2200" dirty="0">
                <a:latin typeface="TAU-Marutham" pitchFamily="34" charset="0"/>
                <a:ea typeface="Calibri" pitchFamily="34" charset="0"/>
                <a:cs typeface="TAU-Marutham" pitchFamily="34" charset="0"/>
              </a:rPr>
              <a:t>.</a:t>
            </a:r>
          </a:p>
          <a:p>
            <a:pPr algn="just">
              <a:lnSpc>
                <a:spcPct val="150000"/>
              </a:lnSpc>
              <a:buNone/>
            </a:pPr>
            <a:endParaRPr lang="en-US" sz="2200" dirty="0">
              <a:latin typeface="TAU-Marutham" pitchFamily="34" charset="0"/>
              <a:ea typeface="Calibri" pitchFamily="34" charset="0"/>
              <a:cs typeface="TAU-Marutham" pitchFamily="34" charset="0"/>
            </a:endParaRPr>
          </a:p>
          <a:p>
            <a:pPr algn="just">
              <a:lnSpc>
                <a:spcPct val="150000"/>
              </a:lnSpc>
              <a:buFont typeface="Wingdings" pitchFamily="2" charset="2"/>
              <a:buChar char="Ø"/>
            </a:pPr>
            <a:r>
              <a:rPr lang="en-US" sz="2200" dirty="0" err="1">
                <a:latin typeface="TAU-Marutham" pitchFamily="34" charset="0"/>
                <a:ea typeface="Calibri" pitchFamily="34" charset="0"/>
                <a:cs typeface="TAU-Marutham" pitchFamily="34" charset="0"/>
              </a:rPr>
              <a:t>மாவட்ட</a:t>
            </a:r>
            <a:r>
              <a:rPr lang="en-US" sz="2200" dirty="0">
                <a:latin typeface="TAU-Marutham" pitchFamily="34" charset="0"/>
                <a:ea typeface="Calibri" pitchFamily="34" charset="0"/>
                <a:cs typeface="TAU-Marutham" pitchFamily="34" charset="0"/>
              </a:rPr>
              <a:t> தேர்தல் </a:t>
            </a:r>
            <a:r>
              <a:rPr lang="en-US" sz="2200" dirty="0" err="1">
                <a:latin typeface="TAU-Marutham" pitchFamily="34" charset="0"/>
                <a:ea typeface="Calibri" pitchFamily="34" charset="0"/>
                <a:cs typeface="TAU-Marutham" pitchFamily="34" charset="0"/>
              </a:rPr>
              <a:t>அலுவலர்களுக்கு</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உரிய</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வழிகாட்டு</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நெறிமுறைகள்</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மற்றும்</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அறிவுரைகள்</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வழங்குதல்</a:t>
            </a:r>
            <a:r>
              <a:rPr lang="en-US" sz="2200" dirty="0">
                <a:latin typeface="TAU-Marutham" pitchFamily="34" charset="0"/>
                <a:ea typeface="Calibri" pitchFamily="34" charset="0"/>
                <a:cs typeface="TAU-Marutham" pitchFamily="34" charset="0"/>
              </a:rPr>
              <a:t>.</a:t>
            </a:r>
          </a:p>
          <a:p>
            <a:pPr algn="just">
              <a:lnSpc>
                <a:spcPct val="150000"/>
              </a:lnSpc>
              <a:buFont typeface="Wingdings" pitchFamily="2" charset="2"/>
              <a:buChar char="Ø"/>
            </a:pPr>
            <a:endParaRPr lang="en-US" sz="2200" dirty="0">
              <a:latin typeface="TAU-Marutham" pitchFamily="34" charset="0"/>
              <a:ea typeface="Calibri" pitchFamily="34" charset="0"/>
              <a:cs typeface="TAU-Marutham" pitchFamily="34" charset="0"/>
            </a:endParaRPr>
          </a:p>
          <a:p>
            <a:pPr algn="just">
              <a:lnSpc>
                <a:spcPct val="150000"/>
              </a:lnSpc>
              <a:buFont typeface="Wingdings" pitchFamily="2" charset="2"/>
              <a:buChar char="Ø"/>
            </a:pP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தேர்தல்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பணியில்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ஈடுபடும்</a:t>
            </a:r>
            <a:r>
              <a:rPr lang="en-IN"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அனைத்து</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அலுவலர்களுக்கும்</a:t>
            </a:r>
            <a:r>
              <a:rPr lang="en-US" sz="2200" dirty="0">
                <a:latin typeface="TAU-Marutham" pitchFamily="34" charset="0"/>
                <a:ea typeface="Calibri" pitchFamily="34" charset="0"/>
                <a:cs typeface="TAU-Marutham" pitchFamily="34" charset="0"/>
              </a:rPr>
              <a:t> தேர்தல் </a:t>
            </a:r>
            <a:r>
              <a:rPr lang="en-US" sz="2200" dirty="0" err="1">
                <a:latin typeface="TAU-Marutham" pitchFamily="34" charset="0"/>
                <a:ea typeface="Calibri" pitchFamily="34" charset="0"/>
                <a:cs typeface="TAU-Marutham" pitchFamily="34" charset="0"/>
              </a:rPr>
              <a:t>நடத்துவது</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தொடர்பான</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பயிற்சியினை</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அளித்தல்</a:t>
            </a:r>
            <a:r>
              <a:rPr lang="en-US" sz="2200" dirty="0">
                <a:latin typeface="TAU-Marutham" pitchFamily="34" charset="0"/>
                <a:ea typeface="Calibri" pitchFamily="34" charset="0"/>
                <a:cs typeface="TAU-Marutham" pitchFamily="34" charset="0"/>
              </a:rPr>
              <a:t>.</a:t>
            </a:r>
          </a:p>
          <a:p>
            <a:pPr lvl="0" algn="just">
              <a:lnSpc>
                <a:spcPct val="150000"/>
              </a:lnSpc>
              <a:buNone/>
            </a:pPr>
            <a:endParaRPr kumimoji="0" lang="en-US" sz="2000" b="0" i="0" u="none" strike="noStrike" cap="none" normalizeH="0" baseline="0" dirty="0">
              <a:ln>
                <a:noFill/>
              </a:ln>
              <a:solidFill>
                <a:schemeClr val="tx1"/>
              </a:solidFill>
              <a:effectLst/>
              <a:latin typeface="Arial" pitchFamily="34" charset="0"/>
              <a:cs typeface="Arial" pitchFamily="34" charset="0"/>
            </a:endParaRPr>
          </a:p>
          <a:p>
            <a:pPr algn="just">
              <a:lnSpc>
                <a:spcPct val="150000"/>
              </a:lnSpc>
            </a:pPr>
            <a:endParaRPr kumimoji="0" lang="en-US" sz="2000" b="0" i="0" u="none" strike="noStrike" cap="none" normalizeH="0" baseline="0" dirty="0">
              <a:ln>
                <a:noFill/>
              </a:ln>
              <a:solidFill>
                <a:schemeClr val="tx1"/>
              </a:solidFill>
              <a:effectLst/>
              <a:latin typeface="Arial" pitchFamily="34" charset="0"/>
              <a:cs typeface="Arial" pitchFamily="34" charset="0"/>
            </a:endParaRPr>
          </a:p>
          <a:p>
            <a:pPr lvl="0" algn="just"/>
            <a:endParaRPr kumimoji="0" lang="en-US" sz="2000" b="0" i="0" u="none" strike="noStrike" cap="none" normalizeH="0" baseline="0" dirty="0">
              <a:ln>
                <a:noFill/>
              </a:ln>
              <a:solidFill>
                <a:schemeClr val="tx1"/>
              </a:solidFill>
              <a:effectLst/>
              <a:latin typeface="Arial" pitchFamily="34" charset="0"/>
              <a:cs typeface="Arial" pitchFamily="34" charset="0"/>
            </a:endParaRPr>
          </a:p>
          <a:p>
            <a:pPr algn="just">
              <a:buNone/>
            </a:pPr>
            <a:endParaRPr lang="en-US" sz="2000"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14</a:t>
            </a:fld>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428604"/>
            <a:ext cx="8229600" cy="1143000"/>
          </a:xfrm>
        </p:spPr>
        <p:txBody>
          <a:bodyPr>
            <a:noAutofit/>
          </a:bodyPr>
          <a:lstStyle/>
          <a:p>
            <a:r>
              <a:rPr lang="en-US" sz="3200" b="1" u="sng" dirty="0"/>
              <a:t> </a:t>
            </a:r>
            <a:r>
              <a:rPr lang="en-US" sz="3200" b="1" u="sng" dirty="0" err="1">
                <a:latin typeface="TAU-Marutham" pitchFamily="34" charset="0"/>
                <a:ea typeface="Calibri" pitchFamily="34" charset="0"/>
                <a:cs typeface="TAU-Marutham" pitchFamily="34" charset="0"/>
              </a:rPr>
              <a:t>சங்கத்துணை</a:t>
            </a:r>
            <a:r>
              <a:rPr lang="en-US" sz="3200" b="1" u="sng" dirty="0">
                <a:latin typeface="TAU-Marutham" pitchFamily="34" charset="0"/>
                <a:ea typeface="Calibri" pitchFamily="34" charset="0"/>
                <a:cs typeface="TAU-Marutham" pitchFamily="34" charset="0"/>
              </a:rPr>
              <a:t> </a:t>
            </a:r>
            <a:r>
              <a:rPr lang="en-US" sz="3200" b="1" u="sng" dirty="0" err="1">
                <a:latin typeface="TAU-Marutham" pitchFamily="34" charset="0"/>
                <a:ea typeface="Calibri" pitchFamily="34" charset="0"/>
                <a:cs typeface="TAU-Marutham" pitchFamily="34" charset="0"/>
              </a:rPr>
              <a:t>விதி</a:t>
            </a:r>
            <a:r>
              <a:rPr lang="en-US" sz="3200" b="1" u="sng" dirty="0">
                <a:latin typeface="TAU-Marutham" pitchFamily="34" charset="0"/>
                <a:ea typeface="Calibri" pitchFamily="34" charset="0"/>
                <a:cs typeface="TAU-Marutham" pitchFamily="34" charset="0"/>
              </a:rPr>
              <a:t> </a:t>
            </a:r>
            <a:r>
              <a:rPr lang="en-US" sz="3200" b="1" u="sng" dirty="0" err="1">
                <a:latin typeface="TAU-Marutham" pitchFamily="34" charset="0"/>
                <a:ea typeface="Calibri" pitchFamily="34" charset="0"/>
                <a:cs typeface="TAU-Marutham" pitchFamily="34" charset="0"/>
              </a:rPr>
              <a:t>திருத்தங்கள்</a:t>
            </a:r>
            <a:r>
              <a:rPr lang="en-US" sz="3200" b="1" u="sng" dirty="0">
                <a:latin typeface="TAU-Marutham" pitchFamily="34" charset="0"/>
                <a:ea typeface="Calibri" pitchFamily="34" charset="0"/>
                <a:cs typeface="TAU-Marutham" pitchFamily="34" charset="0"/>
              </a:rPr>
              <a:t> </a:t>
            </a:r>
            <a:r>
              <a:rPr lang="en-US" sz="3200" b="1" u="sng" dirty="0" err="1">
                <a:latin typeface="TAU-Marutham" pitchFamily="34" charset="0"/>
                <a:ea typeface="Calibri" pitchFamily="34" charset="0"/>
                <a:cs typeface="TAU-Marutham" pitchFamily="34" charset="0"/>
              </a:rPr>
              <a:t>மேற்கொள்ளுதல்</a:t>
            </a:r>
            <a:r>
              <a:rPr lang="en-US" sz="3200" b="1" u="sng" dirty="0">
                <a:latin typeface="TAU-Marutham" pitchFamily="34" charset="0"/>
                <a:ea typeface="Calibri" pitchFamily="34" charset="0"/>
                <a:cs typeface="TAU-Marutham" pitchFamily="34" charset="0"/>
              </a:rPr>
              <a:t> (By-law amendments) </a:t>
            </a:r>
            <a:br>
              <a:rPr lang="en-US" sz="3200" b="1" u="sng" dirty="0">
                <a:latin typeface="TAU-Marutham" pitchFamily="34" charset="0"/>
                <a:ea typeface="Calibri" pitchFamily="34" charset="0"/>
                <a:cs typeface="TAU-Marutham" pitchFamily="34" charset="0"/>
              </a:rPr>
            </a:br>
            <a:endParaRPr lang="en-US" sz="3200" b="1" u="sng" dirty="0">
              <a:latin typeface="TAU-Marutham" pitchFamily="34" charset="0"/>
              <a:ea typeface="Calibri" pitchFamily="34" charset="0"/>
              <a:cs typeface="TAU-Marutham" pitchFamily="34" charset="0"/>
            </a:endParaRPr>
          </a:p>
        </p:txBody>
      </p:sp>
      <p:sp>
        <p:nvSpPr>
          <p:cNvPr id="3" name="Content Placeholder 2"/>
          <p:cNvSpPr>
            <a:spLocks noGrp="1"/>
          </p:cNvSpPr>
          <p:nvPr>
            <p:ph idx="1"/>
          </p:nvPr>
        </p:nvSpPr>
        <p:spPr>
          <a:xfrm>
            <a:off x="457200" y="1600200"/>
            <a:ext cx="8229600" cy="4900634"/>
          </a:xfrm>
        </p:spPr>
        <p:txBody>
          <a:bodyPr>
            <a:normAutofit fontScale="92500" lnSpcReduction="10000"/>
          </a:bodyPr>
          <a:lstStyle/>
          <a:p>
            <a:pPr algn="ctr">
              <a:buNone/>
            </a:pPr>
            <a:r>
              <a:rPr lang="en-US" sz="2600" b="1" dirty="0" err="1">
                <a:solidFill>
                  <a:srgbClr val="0070C0"/>
                </a:solidFill>
                <a:latin typeface="TAU-Marutham" pitchFamily="34" charset="0"/>
                <a:ea typeface="Calibri" pitchFamily="34" charset="0"/>
                <a:cs typeface="TAU-Marutham" pitchFamily="34" charset="0"/>
              </a:rPr>
              <a:t>ஆணைய</a:t>
            </a:r>
            <a:r>
              <a:rPr lang="en-US" sz="2600" b="1" dirty="0">
                <a:solidFill>
                  <a:srgbClr val="0070C0"/>
                </a:solidFill>
                <a:latin typeface="TAU-Marutham" pitchFamily="34" charset="0"/>
                <a:ea typeface="Calibri" pitchFamily="34" charset="0"/>
                <a:cs typeface="TAU-Marutham" pitchFamily="34" charset="0"/>
              </a:rPr>
              <a:t> </a:t>
            </a:r>
            <a:r>
              <a:rPr lang="en-US" sz="2800" b="1" dirty="0" err="1">
                <a:solidFill>
                  <a:srgbClr val="0070C0"/>
                </a:solidFill>
                <a:latin typeface="TAU-Marutham" pitchFamily="34" charset="0"/>
                <a:ea typeface="Calibri" pitchFamily="34" charset="0"/>
                <a:cs typeface="TAU-Marutham" pitchFamily="34" charset="0"/>
              </a:rPr>
              <a:t>சுற்றறிக்கை</a:t>
            </a:r>
            <a:r>
              <a:rPr lang="en-US" sz="2600" b="1" dirty="0">
                <a:solidFill>
                  <a:srgbClr val="0070C0"/>
                </a:solidFill>
                <a:latin typeface="TAU-Marutham" pitchFamily="34" charset="0"/>
                <a:ea typeface="Calibri" pitchFamily="34" charset="0"/>
                <a:cs typeface="TAU-Marutham" pitchFamily="34" charset="0"/>
              </a:rPr>
              <a:t> </a:t>
            </a:r>
            <a:r>
              <a:rPr lang="en-US" sz="2600" b="1" dirty="0" err="1">
                <a:solidFill>
                  <a:srgbClr val="0070C0"/>
                </a:solidFill>
                <a:latin typeface="TAU-Marutham" pitchFamily="34" charset="0"/>
                <a:ea typeface="Calibri" pitchFamily="34" charset="0"/>
                <a:cs typeface="TAU-Marutham" pitchFamily="34" charset="0"/>
              </a:rPr>
              <a:t>ந.க.எண்</a:t>
            </a:r>
            <a:r>
              <a:rPr lang="en-US" sz="2600" b="1" dirty="0">
                <a:solidFill>
                  <a:srgbClr val="0070C0"/>
                </a:solidFill>
                <a:latin typeface="TAU-Marutham" pitchFamily="34" charset="0"/>
                <a:ea typeface="Calibri" pitchFamily="34" charset="0"/>
                <a:cs typeface="TAU-Marutham" pitchFamily="34" charset="0"/>
              </a:rPr>
              <a:t> 875/2022/கூதே2(2),                                       </a:t>
            </a:r>
            <a:r>
              <a:rPr lang="en-US" sz="2600" b="1" dirty="0" err="1">
                <a:solidFill>
                  <a:srgbClr val="0070C0"/>
                </a:solidFill>
                <a:latin typeface="TAU-Marutham" pitchFamily="34" charset="0"/>
                <a:ea typeface="Calibri" pitchFamily="34" charset="0"/>
                <a:cs typeface="TAU-Marutham" pitchFamily="34" charset="0"/>
              </a:rPr>
              <a:t>நாள்</a:t>
            </a:r>
            <a:r>
              <a:rPr lang="en-US" sz="2600" b="1" dirty="0">
                <a:solidFill>
                  <a:srgbClr val="0070C0"/>
                </a:solidFill>
                <a:latin typeface="TAU-Marutham" pitchFamily="34" charset="0"/>
                <a:ea typeface="Calibri" pitchFamily="34" charset="0"/>
                <a:cs typeface="TAU-Marutham" pitchFamily="34" charset="0"/>
              </a:rPr>
              <a:t> 29.08.2022</a:t>
            </a:r>
            <a:endParaRPr lang="en-IN" sz="2600" b="1" dirty="0">
              <a:solidFill>
                <a:srgbClr val="0070C0"/>
              </a:solidFill>
              <a:latin typeface="TAU-Marutham" pitchFamily="34" charset="0"/>
              <a:ea typeface="Calibri" pitchFamily="34" charset="0"/>
              <a:cs typeface="TAU-Marutham" pitchFamily="34" charset="0"/>
            </a:endParaRPr>
          </a:p>
          <a:p>
            <a:pPr lvl="0" algn="just">
              <a:buNone/>
            </a:pPr>
            <a:endParaRPr lang="en-US" sz="1000" dirty="0">
              <a:latin typeface="TAU-Marutham" pitchFamily="34" charset="0"/>
              <a:ea typeface="Calibri" pitchFamily="34" charset="0"/>
              <a:cs typeface="TAU-Marutham" pitchFamily="34" charset="0"/>
            </a:endParaRPr>
          </a:p>
          <a:p>
            <a:pPr lvl="0" algn="just">
              <a:lnSpc>
                <a:spcPct val="150000"/>
              </a:lnSpc>
              <a:buFont typeface="Wingdings" pitchFamily="2" charset="2"/>
              <a:buChar char="Ø"/>
            </a:pPr>
            <a:r>
              <a:rPr lang="en-US" sz="2000" dirty="0" err="1">
                <a:latin typeface="TAU-Marutham" pitchFamily="34" charset="0"/>
                <a:ea typeface="Calibri" pitchFamily="34" charset="0"/>
                <a:cs typeface="TAU-Marutham" pitchFamily="34" charset="0"/>
              </a:rPr>
              <a:t>பல</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சங்கங்களில்</a:t>
            </a:r>
            <a:r>
              <a:rPr lang="en-US" sz="2000" dirty="0">
                <a:latin typeface="TAU-Marutham" pitchFamily="34" charset="0"/>
                <a:ea typeface="Calibri" pitchFamily="34" charset="0"/>
                <a:cs typeface="TAU-Marutham" pitchFamily="34" charset="0"/>
              </a:rPr>
              <a:t> தேர்தல் </a:t>
            </a:r>
            <a:r>
              <a:rPr lang="en-US" sz="2000" dirty="0" err="1">
                <a:latin typeface="TAU-Marutham" pitchFamily="34" charset="0"/>
                <a:ea typeface="Calibri" pitchFamily="34" charset="0"/>
                <a:cs typeface="TAU-Marutham" pitchFamily="34" charset="0"/>
              </a:rPr>
              <a:t>தொடர்பான</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துணைவிதிகள்</a:t>
            </a:r>
            <a:r>
              <a:rPr lang="en-US" sz="2000" dirty="0">
                <a:latin typeface="TAU-Marutham" pitchFamily="34" charset="0"/>
                <a:ea typeface="Calibri" pitchFamily="34" charset="0"/>
                <a:cs typeface="TAU-Marutham" pitchFamily="34" charset="0"/>
              </a:rPr>
              <a:t> 1983-ம் </a:t>
            </a:r>
            <a:r>
              <a:rPr lang="en-US" sz="2000" dirty="0" err="1">
                <a:latin typeface="TAU-Marutham" pitchFamily="34" charset="0"/>
                <a:ea typeface="Calibri" pitchFamily="34" charset="0"/>
                <a:cs typeface="TAU-Marutham" pitchFamily="34" charset="0"/>
              </a:rPr>
              <a:t>ஆண்டு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தமிழ்நாடு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கூட்டுறவுச்</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சங்கங்கள்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சட்டம்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மற்றும்</a:t>
            </a:r>
            <a:r>
              <a:rPr lang="en-US" sz="2000" dirty="0">
                <a:latin typeface="TAU-Marutham" pitchFamily="34" charset="0"/>
                <a:ea typeface="Calibri" pitchFamily="34" charset="0"/>
                <a:cs typeface="TAU-Marutham" pitchFamily="34" charset="0"/>
              </a:rPr>
              <a:t> 1988-ஆம் </a:t>
            </a:r>
            <a:r>
              <a:rPr lang="en-US" sz="2000" dirty="0" err="1">
                <a:latin typeface="TAU-Marutham" pitchFamily="34" charset="0"/>
                <a:ea typeface="Calibri" pitchFamily="34" charset="0"/>
                <a:cs typeface="TAU-Marutham" pitchFamily="34" charset="0"/>
              </a:rPr>
              <a:t>ஆண்டு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தமிழ்நாடு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கூட்டுறவுச்</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சங்கங்கள்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விதிகளின்படி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இல்லை</a:t>
            </a:r>
            <a:r>
              <a:rPr lang="en-US" sz="2000" dirty="0">
                <a:latin typeface="TAU-Marutham" pitchFamily="34" charset="0"/>
                <a:ea typeface="Calibri" pitchFamily="34" charset="0"/>
                <a:cs typeface="TAU-Marutham" pitchFamily="34" charset="0"/>
              </a:rPr>
              <a:t>.</a:t>
            </a:r>
          </a:p>
          <a:p>
            <a:pPr lvl="0" algn="just">
              <a:lnSpc>
                <a:spcPct val="150000"/>
              </a:lnSpc>
              <a:buNone/>
            </a:pPr>
            <a:endParaRPr lang="en-US" sz="2000" dirty="0">
              <a:latin typeface="TAU-Marutham" pitchFamily="34" charset="0"/>
              <a:ea typeface="Calibri" pitchFamily="34" charset="0"/>
              <a:cs typeface="TAU-Marutham" pitchFamily="34" charset="0"/>
            </a:endParaRPr>
          </a:p>
          <a:p>
            <a:pPr lvl="0" algn="just">
              <a:lnSpc>
                <a:spcPct val="150000"/>
              </a:lnSpc>
              <a:buFont typeface="Wingdings" pitchFamily="2" charset="2"/>
              <a:buChar char="Ø"/>
            </a:pPr>
            <a:r>
              <a:rPr lang="en-US" sz="2000" dirty="0" err="1">
                <a:latin typeface="TAU-Marutham" pitchFamily="34" charset="0"/>
                <a:ea typeface="Calibri" pitchFamily="34" charset="0"/>
                <a:cs typeface="TAU-Marutham" pitchFamily="34" charset="0"/>
              </a:rPr>
              <a:t>உறுப்பினர்</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சேர்க்கைக்கான</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தகுதிகள்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உறுப்பினர்</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சேர்த்தல்</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நீக்குதல்</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நிர்வாகக்குழு</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உறுப்பினர்கள்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எண்ணிக்கை</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மற்றும்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அமைப்பு</a:t>
            </a:r>
            <a:r>
              <a:rPr lang="en-US" sz="2000" dirty="0">
                <a:latin typeface="TAU-Marutham" pitchFamily="34" charset="0"/>
                <a:ea typeface="Calibri" pitchFamily="34" charset="0"/>
                <a:cs typeface="TAU-Marutham" pitchFamily="34" charset="0"/>
              </a:rPr>
              <a:t> (Constitution) </a:t>
            </a:r>
            <a:r>
              <a:rPr lang="en-US" sz="2000" dirty="0" err="1">
                <a:latin typeface="TAU-Marutham" pitchFamily="34" charset="0"/>
                <a:ea typeface="Calibri" pitchFamily="34" charset="0"/>
                <a:cs typeface="TAU-Marutham" pitchFamily="34" charset="0"/>
              </a:rPr>
              <a:t>போன்றவை</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தொடர்பாக</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சட்ட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விதிகளை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அனுசரித்து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துணைவிதி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திருத்தங்கள்</a:t>
            </a:r>
            <a:r>
              <a:rPr lang="en-US" sz="2000" dirty="0">
                <a:latin typeface="TAU-Marutham" pitchFamily="34" charset="0"/>
                <a:ea typeface="Calibri" pitchFamily="34" charset="0"/>
                <a:cs typeface="TAU-Marutham" pitchFamily="34" charset="0"/>
              </a:rPr>
              <a:t> (By-law amendments) </a:t>
            </a:r>
            <a:r>
              <a:rPr lang="en-US" sz="2000" dirty="0" err="1">
                <a:latin typeface="TAU-Marutham" pitchFamily="34" charset="0"/>
                <a:ea typeface="Calibri" pitchFamily="34" charset="0"/>
                <a:cs typeface="TAU-Marutham" pitchFamily="34" charset="0"/>
              </a:rPr>
              <a:t>மேற்கொள்ளப்படவில்லை</a:t>
            </a:r>
            <a:r>
              <a:rPr lang="en-US" sz="2000" dirty="0">
                <a:latin typeface="TAU-Marutham" pitchFamily="34" charset="0"/>
                <a:ea typeface="Calibri" pitchFamily="34" charset="0"/>
                <a:cs typeface="TAU-Marutham" pitchFamily="34" charset="0"/>
              </a:rPr>
              <a:t>.</a:t>
            </a:r>
          </a:p>
          <a:p>
            <a:pPr>
              <a:buNone/>
            </a:pPr>
            <a:endParaRPr lang="en-US"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15</a:t>
            </a:fld>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fontScale="25000" lnSpcReduction="20000"/>
          </a:bodyPr>
          <a:lstStyle/>
          <a:p>
            <a:pPr algn="just">
              <a:lnSpc>
                <a:spcPct val="170000"/>
              </a:lnSpc>
              <a:buFont typeface="Wingdings" pitchFamily="2" charset="2"/>
              <a:buChar char="Ø"/>
            </a:pPr>
            <a:r>
              <a:rPr lang="en-US" sz="8800" dirty="0" err="1">
                <a:latin typeface="TAU-Marutham" pitchFamily="34" charset="0"/>
                <a:ea typeface="Calibri" pitchFamily="34" charset="0"/>
                <a:cs typeface="TAU-Marutham" pitchFamily="34" charset="0"/>
              </a:rPr>
              <a:t>இது</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போன்ற</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காரணங்களினால்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சங்கங்களின்</a:t>
            </a:r>
            <a:r>
              <a:rPr lang="en-US" sz="8800" dirty="0">
                <a:latin typeface="TAU-Marutham" pitchFamily="34" charset="0"/>
                <a:ea typeface="Calibri" pitchFamily="34" charset="0"/>
                <a:cs typeface="TAU-Marutham" pitchFamily="34" charset="0"/>
              </a:rPr>
              <a:t> தேர்தல் </a:t>
            </a:r>
            <a:r>
              <a:rPr lang="en-US" sz="8800" dirty="0" err="1">
                <a:latin typeface="TAU-Marutham" pitchFamily="34" charset="0"/>
                <a:ea typeface="Calibri" pitchFamily="34" charset="0"/>
                <a:cs typeface="TAU-Marutham" pitchFamily="34" charset="0"/>
              </a:rPr>
              <a:t>நடவடிக்கைகள்</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மாண்பமை</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நீதிமன்றங்களில்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ரத்து</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செய்து</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ஆணைப்</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பிறப்பிக்கப்பட்டுள்ளன</a:t>
            </a:r>
            <a:r>
              <a:rPr lang="en-US" sz="8800" dirty="0">
                <a:latin typeface="TAU-Marutham" pitchFamily="34" charset="0"/>
                <a:ea typeface="Calibri" pitchFamily="34" charset="0"/>
                <a:cs typeface="TAU-Marutham" pitchFamily="34" charset="0"/>
              </a:rPr>
              <a:t>.</a:t>
            </a:r>
          </a:p>
          <a:p>
            <a:pPr algn="just">
              <a:lnSpc>
                <a:spcPct val="170000"/>
              </a:lnSpc>
              <a:buNone/>
            </a:pPr>
            <a:endParaRPr lang="en-US" sz="4000" dirty="0">
              <a:latin typeface="TAU-Marutham" pitchFamily="34" charset="0"/>
              <a:ea typeface="Calibri" pitchFamily="34" charset="0"/>
              <a:cs typeface="TAU-Marutham" pitchFamily="34" charset="0"/>
            </a:endParaRPr>
          </a:p>
          <a:p>
            <a:pPr algn="just">
              <a:lnSpc>
                <a:spcPct val="170000"/>
              </a:lnSpc>
              <a:buFont typeface="Wingdings" pitchFamily="2" charset="2"/>
              <a:buChar char="Ø"/>
            </a:pPr>
            <a:r>
              <a:rPr lang="en-US" sz="8800" dirty="0" err="1">
                <a:latin typeface="TAU-Marutham" pitchFamily="34" charset="0"/>
                <a:ea typeface="Calibri" pitchFamily="34" charset="0"/>
                <a:cs typeface="TAU-Marutham" pitchFamily="34" charset="0"/>
              </a:rPr>
              <a:t>இவற்றிற்கு</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மீண்டும்</a:t>
            </a:r>
            <a:r>
              <a:rPr lang="en-US" sz="8800" dirty="0">
                <a:latin typeface="TAU-Marutham" pitchFamily="34" charset="0"/>
                <a:ea typeface="Calibri" pitchFamily="34" charset="0"/>
                <a:cs typeface="TAU-Marutham" pitchFamily="34" charset="0"/>
              </a:rPr>
              <a:t> தேர்தல் </a:t>
            </a:r>
            <a:r>
              <a:rPr lang="en-US" sz="8800" dirty="0" err="1">
                <a:latin typeface="TAU-Marutham" pitchFamily="34" charset="0"/>
                <a:ea typeface="Calibri" pitchFamily="34" charset="0"/>
                <a:cs typeface="TAU-Marutham" pitchFamily="34" charset="0"/>
              </a:rPr>
              <a:t>நடத்தப்படும்</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பட்சத்தில்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சங்கங்கள்</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கூடுதல்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செலவினங்கள்</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மேற்கொள்ள</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வேண்டிய</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சூழல்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ஏற்படுகிறது</a:t>
            </a:r>
            <a:r>
              <a:rPr lang="en-US" sz="8800" dirty="0">
                <a:latin typeface="TAU-Marutham" pitchFamily="34" charset="0"/>
                <a:ea typeface="Calibri" pitchFamily="34" charset="0"/>
                <a:cs typeface="TAU-Marutham" pitchFamily="34" charset="0"/>
              </a:rPr>
              <a:t>.</a:t>
            </a:r>
          </a:p>
          <a:p>
            <a:pPr algn="just">
              <a:lnSpc>
                <a:spcPct val="170000"/>
              </a:lnSpc>
              <a:buNone/>
            </a:pPr>
            <a:endParaRPr lang="en-US" sz="4400" dirty="0">
              <a:latin typeface="TAU-Marutham" pitchFamily="34" charset="0"/>
              <a:ea typeface="Calibri" pitchFamily="34" charset="0"/>
              <a:cs typeface="TAU-Marutham" pitchFamily="34" charset="0"/>
            </a:endParaRPr>
          </a:p>
          <a:p>
            <a:pPr algn="just">
              <a:lnSpc>
                <a:spcPct val="170000"/>
              </a:lnSpc>
              <a:buFont typeface="Wingdings" pitchFamily="2" charset="2"/>
              <a:buChar char="Ø"/>
            </a:pPr>
            <a:r>
              <a:rPr lang="en-US" sz="8800" dirty="0" err="1">
                <a:latin typeface="TAU-Marutham" pitchFamily="34" charset="0"/>
                <a:ea typeface="Calibri" pitchFamily="34" charset="0"/>
                <a:cs typeface="TAU-Marutham" pitchFamily="34" charset="0"/>
              </a:rPr>
              <a:t>இதனால்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ஏற்கனவே</a:t>
            </a:r>
            <a:r>
              <a:rPr lang="en-US" sz="8800" dirty="0">
                <a:latin typeface="TAU-Marutham" pitchFamily="34" charset="0"/>
                <a:ea typeface="Calibri" pitchFamily="34" charset="0"/>
                <a:cs typeface="TAU-Marutham" pitchFamily="34" charset="0"/>
              </a:rPr>
              <a:t> தேர்தல் </a:t>
            </a:r>
            <a:r>
              <a:rPr lang="en-US" sz="8800" dirty="0" err="1">
                <a:latin typeface="TAU-Marutham" pitchFamily="34" charset="0"/>
                <a:ea typeface="Calibri" pitchFamily="34" charset="0"/>
                <a:cs typeface="TAU-Marutham" pitchFamily="34" charset="0"/>
              </a:rPr>
              <a:t>நடவடிக்கைக்காக</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செலவிடப்பட்ட</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மனித</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சக்தி</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பணச்</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செலவு</a:t>
            </a:r>
            <a:r>
              <a:rPr lang="en-US" sz="8800" dirty="0">
                <a:latin typeface="TAU-Marutham" pitchFamily="34" charset="0"/>
                <a:ea typeface="Calibri" pitchFamily="34" charset="0"/>
                <a:cs typeface="TAU-Marutham" pitchFamily="34" charset="0"/>
              </a:rPr>
              <a:t> (Man power, Time, Cost) </a:t>
            </a:r>
            <a:r>
              <a:rPr lang="en-US" sz="8800" dirty="0" err="1">
                <a:latin typeface="TAU-Marutham" pitchFamily="34" charset="0"/>
                <a:ea typeface="Calibri" pitchFamily="34" charset="0"/>
                <a:cs typeface="TAU-Marutham" pitchFamily="34" charset="0"/>
              </a:rPr>
              <a:t>மற்றும்</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நீதிமன்ற</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வழக்கு</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செலவு</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ஏற்படுகிறது</a:t>
            </a:r>
            <a:r>
              <a:rPr lang="en-US" sz="8800" dirty="0">
                <a:latin typeface="TAU-Marutham" pitchFamily="34" charset="0"/>
                <a:ea typeface="Calibri" pitchFamily="34" charset="0"/>
                <a:cs typeface="TAU-Marutham" pitchFamily="34" charset="0"/>
              </a:rPr>
              <a:t>.</a:t>
            </a:r>
            <a:endParaRPr lang="en-IN" sz="88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IN" sz="4500" dirty="0">
              <a:latin typeface="TAU-Marutham" pitchFamily="34" charset="0"/>
              <a:ea typeface="Calibri" pitchFamily="34" charset="0"/>
              <a:cs typeface="TAU-Marutham" pitchFamily="34" charset="0"/>
            </a:endParaRPr>
          </a:p>
          <a:p>
            <a:pPr>
              <a:lnSpc>
                <a:spcPct val="170000"/>
              </a:lnSpc>
            </a:pPr>
            <a:endParaRPr lang="en-US" sz="4500" dirty="0">
              <a:latin typeface="TAU-Marutham" pitchFamily="34" charset="0"/>
              <a:ea typeface="Calibri" pitchFamily="34" charset="0"/>
              <a:cs typeface="TAU-Marutham" pitchFamily="34" charset="0"/>
            </a:endParaRPr>
          </a:p>
          <a:p>
            <a:pPr lvl="0">
              <a:lnSpc>
                <a:spcPct val="170000"/>
              </a:lnSpc>
            </a:pPr>
            <a:endParaRPr lang="en-US" sz="4500" dirty="0"/>
          </a:p>
          <a:p>
            <a:endParaRPr lang="en-US"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16</a:t>
            </a:fld>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fontScale="90000"/>
          </a:bodyPr>
          <a:lstStyle/>
          <a:p>
            <a:pPr lvl="0"/>
            <a:r>
              <a:rPr lang="en-US" sz="3600" b="1" u="sng" dirty="0">
                <a:latin typeface="TAU-Marutham" pitchFamily="34" charset="0"/>
                <a:ea typeface="Calibri" pitchFamily="34" charset="0"/>
                <a:cs typeface="TAU-Marutham" pitchFamily="34" charset="0"/>
              </a:rPr>
              <a:t/>
            </a:r>
            <a:br>
              <a:rPr lang="en-US" sz="3600" b="1" u="sng" dirty="0">
                <a:latin typeface="TAU-Marutham" pitchFamily="34" charset="0"/>
                <a:ea typeface="Calibri" pitchFamily="34" charset="0"/>
                <a:cs typeface="TAU-Marutham" pitchFamily="34" charset="0"/>
              </a:rPr>
            </a:br>
            <a:r>
              <a:rPr lang="en-US" sz="3600" b="1" u="sng" dirty="0" err="1">
                <a:latin typeface="TAU-Marutham" pitchFamily="34" charset="0"/>
                <a:ea typeface="Calibri" pitchFamily="34" charset="0"/>
                <a:cs typeface="TAU-Marutham" pitchFamily="34" charset="0"/>
              </a:rPr>
              <a:t>உறுப்பினர்</a:t>
            </a:r>
            <a:r>
              <a:rPr lang="en-US" sz="3600" b="1" u="sng" dirty="0">
                <a:latin typeface="TAU-Marutham" pitchFamily="34" charset="0"/>
                <a:ea typeface="Calibri" pitchFamily="34" charset="0"/>
                <a:cs typeface="TAU-Marutham" pitchFamily="34" charset="0"/>
              </a:rPr>
              <a:t> </a:t>
            </a:r>
            <a:r>
              <a:rPr lang="en-US" sz="3600" b="1" u="sng" dirty="0" err="1">
                <a:latin typeface="TAU-Marutham" pitchFamily="34" charset="0"/>
                <a:ea typeface="Calibri" pitchFamily="34" charset="0"/>
                <a:cs typeface="TAU-Marutham" pitchFamily="34" charset="0"/>
              </a:rPr>
              <a:t>பட்டியல்</a:t>
            </a:r>
            <a:r>
              <a:rPr lang="en-US" sz="3600" b="1" u="sng" dirty="0">
                <a:latin typeface="TAU-Marutham" pitchFamily="34" charset="0"/>
                <a:ea typeface="Calibri" pitchFamily="34" charset="0"/>
                <a:cs typeface="TAU-Marutham" pitchFamily="34" charset="0"/>
              </a:rPr>
              <a:t> </a:t>
            </a:r>
            <a:r>
              <a:rPr lang="en-US" sz="3600" b="1" u="sng" dirty="0" err="1">
                <a:latin typeface="TAU-Marutham" pitchFamily="34" charset="0"/>
                <a:ea typeface="Calibri" pitchFamily="34" charset="0"/>
                <a:cs typeface="TAU-Marutham" pitchFamily="34" charset="0"/>
              </a:rPr>
              <a:t>சரிசெய்தல்</a:t>
            </a:r>
            <a:r>
              <a:rPr lang="en-US" sz="3600" b="1" u="sng" dirty="0">
                <a:latin typeface="TAU-Marutham" pitchFamily="34" charset="0"/>
                <a:ea typeface="Calibri" pitchFamily="34" charset="0"/>
                <a:cs typeface="TAU-Marutham" pitchFamily="34" charset="0"/>
              </a:rPr>
              <a:t>   (Purification of Electoral Rolls) </a:t>
            </a:r>
            <a:r>
              <a:rPr lang="en-US" dirty="0"/>
              <a:t/>
            </a:r>
            <a:br>
              <a:rPr lang="en-US" dirty="0"/>
            </a:br>
            <a:endParaRPr lang="en-US" dirty="0"/>
          </a:p>
        </p:txBody>
      </p:sp>
      <p:sp>
        <p:nvSpPr>
          <p:cNvPr id="3" name="Content Placeholder 2"/>
          <p:cNvSpPr>
            <a:spLocks noGrp="1"/>
          </p:cNvSpPr>
          <p:nvPr>
            <p:ph idx="1"/>
          </p:nvPr>
        </p:nvSpPr>
        <p:spPr>
          <a:xfrm>
            <a:off x="457200" y="1340768"/>
            <a:ext cx="8229600" cy="5302942"/>
          </a:xfrm>
        </p:spPr>
        <p:txBody>
          <a:bodyPr>
            <a:normAutofit fontScale="25000" lnSpcReduction="20000"/>
          </a:bodyPr>
          <a:lstStyle/>
          <a:p>
            <a:pPr algn="ctr">
              <a:lnSpc>
                <a:spcPct val="120000"/>
              </a:lnSpc>
              <a:buNone/>
            </a:pPr>
            <a:r>
              <a:rPr lang="en-US" sz="9600" b="1" dirty="0" err="1">
                <a:solidFill>
                  <a:srgbClr val="0070C0"/>
                </a:solidFill>
                <a:latin typeface="TAU-Marutham" pitchFamily="34" charset="0"/>
                <a:ea typeface="Calibri" pitchFamily="34" charset="0"/>
                <a:cs typeface="TAU-Marutham" pitchFamily="34" charset="0"/>
              </a:rPr>
              <a:t>ஆணைய</a:t>
            </a:r>
            <a:r>
              <a:rPr lang="en-US" sz="9600" b="1" dirty="0">
                <a:solidFill>
                  <a:srgbClr val="0070C0"/>
                </a:solidFill>
                <a:latin typeface="TAU-Marutham" pitchFamily="34" charset="0"/>
                <a:ea typeface="Calibri" pitchFamily="34" charset="0"/>
                <a:cs typeface="TAU-Marutham" pitchFamily="34" charset="0"/>
              </a:rPr>
              <a:t> </a:t>
            </a:r>
            <a:r>
              <a:rPr lang="en-US" sz="9600" b="1" dirty="0" err="1">
                <a:solidFill>
                  <a:srgbClr val="0070C0"/>
                </a:solidFill>
                <a:latin typeface="TAU-Marutham" pitchFamily="34" charset="0"/>
                <a:ea typeface="Calibri" pitchFamily="34" charset="0"/>
                <a:cs typeface="TAU-Marutham" pitchFamily="34" charset="0"/>
              </a:rPr>
              <a:t>சுற்றறிக்கை</a:t>
            </a:r>
            <a:r>
              <a:rPr lang="en-US" sz="9600" b="1" dirty="0">
                <a:solidFill>
                  <a:srgbClr val="0070C0"/>
                </a:solidFill>
                <a:latin typeface="TAU-Marutham" pitchFamily="34" charset="0"/>
                <a:ea typeface="Calibri" pitchFamily="34" charset="0"/>
                <a:cs typeface="TAU-Marutham" pitchFamily="34" charset="0"/>
              </a:rPr>
              <a:t> </a:t>
            </a:r>
            <a:r>
              <a:rPr lang="en-US" sz="9600" b="1" dirty="0" err="1">
                <a:solidFill>
                  <a:srgbClr val="0070C0"/>
                </a:solidFill>
                <a:latin typeface="TAU-Marutham" pitchFamily="34" charset="0"/>
                <a:ea typeface="Calibri" pitchFamily="34" charset="0"/>
                <a:cs typeface="TAU-Marutham" pitchFamily="34" charset="0"/>
              </a:rPr>
              <a:t>ந.க.எண்</a:t>
            </a:r>
            <a:r>
              <a:rPr lang="en-US" sz="9600" b="1" dirty="0">
                <a:solidFill>
                  <a:srgbClr val="0070C0"/>
                </a:solidFill>
                <a:latin typeface="TAU-Marutham" pitchFamily="34" charset="0"/>
                <a:ea typeface="Calibri" pitchFamily="34" charset="0"/>
                <a:cs typeface="TAU-Marutham" pitchFamily="34" charset="0"/>
              </a:rPr>
              <a:t> 875/2022/கூதே2(3), </a:t>
            </a:r>
            <a:r>
              <a:rPr lang="en-US" sz="9600" b="1" dirty="0" err="1">
                <a:solidFill>
                  <a:srgbClr val="0070C0"/>
                </a:solidFill>
                <a:latin typeface="TAU-Marutham" pitchFamily="34" charset="0"/>
                <a:ea typeface="Calibri" pitchFamily="34" charset="0"/>
                <a:cs typeface="TAU-Marutham" pitchFamily="34" charset="0"/>
              </a:rPr>
              <a:t>நாள்</a:t>
            </a:r>
            <a:r>
              <a:rPr lang="en-US" sz="9600" b="1" dirty="0">
                <a:solidFill>
                  <a:srgbClr val="0070C0"/>
                </a:solidFill>
                <a:latin typeface="TAU-Marutham" pitchFamily="34" charset="0"/>
                <a:ea typeface="Calibri" pitchFamily="34" charset="0"/>
                <a:cs typeface="TAU-Marutham" pitchFamily="34" charset="0"/>
              </a:rPr>
              <a:t> 29.08.2022</a:t>
            </a:r>
            <a:endParaRPr lang="en-US" sz="8000" dirty="0">
              <a:latin typeface="TAU-Marutham" pitchFamily="34" charset="0"/>
              <a:ea typeface="Calibri" pitchFamily="34" charset="0"/>
              <a:cs typeface="TAU-Marutham" pitchFamily="34" charset="0"/>
            </a:endParaRPr>
          </a:p>
          <a:p>
            <a:pPr lvl="0" algn="just">
              <a:lnSpc>
                <a:spcPct val="170000"/>
              </a:lnSpc>
              <a:buFont typeface="Wingdings" pitchFamily="2" charset="2"/>
              <a:buChar char="Ø"/>
            </a:pPr>
            <a:r>
              <a:rPr lang="en-US" sz="8800" dirty="0" err="1">
                <a:latin typeface="TAU-Marutham" pitchFamily="34" charset="0"/>
                <a:ea typeface="Calibri" pitchFamily="34" charset="0"/>
                <a:cs typeface="TAU-Marutham" pitchFamily="34" charset="0"/>
              </a:rPr>
              <a:t>வாக்காளர்</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பட்டியலுக்கு</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அடிப்படை</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உறுப்பினர்</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பட்டியல்</a:t>
            </a:r>
            <a:r>
              <a:rPr lang="en-US" sz="8800" dirty="0">
                <a:latin typeface="TAU-Marutham" pitchFamily="34" charset="0"/>
                <a:ea typeface="Calibri" pitchFamily="34" charset="0"/>
                <a:cs typeface="TAU-Marutham" pitchFamily="34" charset="0"/>
              </a:rPr>
              <a:t>  (Member list) </a:t>
            </a:r>
            <a:r>
              <a:rPr lang="en-US" sz="8800" dirty="0" err="1">
                <a:latin typeface="TAU-Marutham" pitchFamily="34" charset="0"/>
                <a:ea typeface="Calibri" pitchFamily="34" charset="0"/>
                <a:cs typeface="TAU-Marutham" pitchFamily="34" charset="0"/>
              </a:rPr>
              <a:t>ஆகும்</a:t>
            </a:r>
            <a:r>
              <a:rPr lang="en-US" sz="8800" dirty="0">
                <a:latin typeface="TAU-Marutham" pitchFamily="34" charset="0"/>
                <a:ea typeface="Calibri" pitchFamily="34" charset="0"/>
                <a:cs typeface="TAU-Marutham" pitchFamily="34" charset="0"/>
              </a:rPr>
              <a:t>.</a:t>
            </a:r>
          </a:p>
          <a:p>
            <a:pPr lvl="0" algn="just">
              <a:lnSpc>
                <a:spcPct val="170000"/>
              </a:lnSpc>
              <a:buNone/>
            </a:pPr>
            <a:endParaRPr lang="en-US" sz="400" dirty="0">
              <a:latin typeface="TAU-Marutham" pitchFamily="34" charset="0"/>
              <a:ea typeface="Calibri" pitchFamily="34" charset="0"/>
              <a:cs typeface="TAU-Marutham" pitchFamily="34" charset="0"/>
            </a:endParaRPr>
          </a:p>
          <a:p>
            <a:pPr lvl="0" algn="just">
              <a:lnSpc>
                <a:spcPct val="170000"/>
              </a:lnSpc>
              <a:buFont typeface="Wingdings" pitchFamily="2" charset="2"/>
              <a:buChar char="Ø"/>
            </a:pPr>
            <a:r>
              <a:rPr lang="en-US" sz="8800" dirty="0" err="1">
                <a:latin typeface="TAU-Marutham" pitchFamily="34" charset="0"/>
                <a:ea typeface="Calibri" pitchFamily="34" charset="0"/>
                <a:cs typeface="TAU-Marutham" pitchFamily="34" charset="0"/>
              </a:rPr>
              <a:t>வாக்காளர்</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பட்டியல்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சரிவர</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தயாரிக்கப்படவில்லை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என்ற</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ஒரே</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காரணத்திற்காக</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சங்கங்களின்</a:t>
            </a:r>
            <a:r>
              <a:rPr lang="en-US" sz="8800" dirty="0">
                <a:latin typeface="TAU-Marutham" pitchFamily="34" charset="0"/>
                <a:ea typeface="Calibri" pitchFamily="34" charset="0"/>
                <a:cs typeface="TAU-Marutham" pitchFamily="34" charset="0"/>
              </a:rPr>
              <a:t> தேர்தல் </a:t>
            </a:r>
            <a:r>
              <a:rPr lang="en-US" sz="8800" dirty="0" err="1">
                <a:latin typeface="TAU-Marutham" pitchFamily="34" charset="0"/>
                <a:ea typeface="Calibri" pitchFamily="34" charset="0"/>
                <a:cs typeface="TAU-Marutham" pitchFamily="34" charset="0"/>
              </a:rPr>
              <a:t>நடவடிக்கைகள்</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மாண்பமை</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உயர்</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நீதிமன்றங்களால்</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ரத்து</a:t>
            </a:r>
            <a:r>
              <a:rPr lang="en-US" sz="8800" dirty="0">
                <a:latin typeface="TAU-Marutham" pitchFamily="34" charset="0"/>
                <a:ea typeface="Calibri" pitchFamily="34" charset="0"/>
                <a:cs typeface="TAU-Marutham" pitchFamily="34" charset="0"/>
              </a:rPr>
              <a:t> </a:t>
            </a:r>
            <a:r>
              <a:rPr lang="en-US" sz="8800" dirty="0" err="1">
                <a:latin typeface="TAU-Marutham" pitchFamily="34" charset="0"/>
                <a:ea typeface="Calibri" pitchFamily="34" charset="0"/>
                <a:cs typeface="TAU-Marutham" pitchFamily="34" charset="0"/>
              </a:rPr>
              <a:t>செய்யப்பட்டன</a:t>
            </a:r>
            <a:r>
              <a:rPr lang="en-US" sz="8800" dirty="0">
                <a:latin typeface="TAU-Marutham" pitchFamily="34" charset="0"/>
                <a:ea typeface="Calibri" pitchFamily="34" charset="0"/>
                <a:cs typeface="TAU-Marutham" pitchFamily="34" charset="0"/>
              </a:rPr>
              <a:t>.</a:t>
            </a:r>
          </a:p>
          <a:p>
            <a:pPr lvl="0" algn="just">
              <a:lnSpc>
                <a:spcPct val="170000"/>
              </a:lnSpc>
              <a:buNone/>
            </a:pPr>
            <a:endParaRPr lang="en-US" sz="400" dirty="0">
              <a:latin typeface="TAU-Marutham" pitchFamily="34" charset="0"/>
              <a:ea typeface="Calibri" pitchFamily="34" charset="0"/>
              <a:cs typeface="TAU-Marutham" pitchFamily="34" charset="0"/>
            </a:endParaRPr>
          </a:p>
          <a:p>
            <a:pPr lvl="0" algn="just">
              <a:lnSpc>
                <a:spcPct val="120000"/>
              </a:lnSpc>
              <a:buNone/>
            </a:pPr>
            <a:endParaRPr lang="en-US" sz="8800" dirty="0">
              <a:latin typeface="TAU-Marutham" pitchFamily="34" charset="0"/>
              <a:ea typeface="Calibri"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17</a:t>
            </a:fld>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58204" cy="5953293"/>
          </a:xfrm>
        </p:spPr>
        <p:txBody>
          <a:bodyPr>
            <a:normAutofit fontScale="25000" lnSpcReduction="20000"/>
          </a:bodyPr>
          <a:lstStyle/>
          <a:p>
            <a:pPr>
              <a:lnSpc>
                <a:spcPct val="170000"/>
              </a:lnSpc>
              <a:buNone/>
            </a:pPr>
            <a:r>
              <a:rPr lang="en-US" sz="8000" b="1" dirty="0">
                <a:latin typeface="TAU-Marutham" pitchFamily="34" charset="0"/>
                <a:ea typeface="Calibri" pitchFamily="34" charset="0"/>
                <a:cs typeface="TAU-Marutham" pitchFamily="34" charset="0"/>
              </a:rPr>
              <a:t>    </a:t>
            </a:r>
            <a:r>
              <a:rPr lang="en-US" sz="8000" b="1" dirty="0" err="1">
                <a:latin typeface="TAU-Marutham" pitchFamily="34" charset="0"/>
                <a:ea typeface="Calibri" pitchFamily="34" charset="0"/>
                <a:cs typeface="TAU-Marutham" pitchFamily="34" charset="0"/>
              </a:rPr>
              <a:t>வாக்காளர்</a:t>
            </a:r>
            <a:r>
              <a:rPr lang="en-US" sz="8000" b="1" dirty="0">
                <a:latin typeface="TAU-Marutham" pitchFamily="34" charset="0"/>
                <a:ea typeface="Calibri" pitchFamily="34" charset="0"/>
                <a:cs typeface="TAU-Marutham" pitchFamily="34" charset="0"/>
              </a:rPr>
              <a:t> </a:t>
            </a:r>
            <a:r>
              <a:rPr lang="en-US" sz="8000" b="1" dirty="0" err="1">
                <a:latin typeface="TAU-Marutham" pitchFamily="34" charset="0"/>
                <a:ea typeface="Calibri" pitchFamily="34" charset="0"/>
                <a:cs typeface="TAU-Marutham" pitchFamily="34" charset="0"/>
              </a:rPr>
              <a:t>பட்டியல்</a:t>
            </a:r>
            <a:r>
              <a:rPr lang="en-US" sz="8000" b="1" dirty="0">
                <a:latin typeface="TAU-Marutham" pitchFamily="34" charset="0"/>
                <a:ea typeface="Calibri" pitchFamily="34" charset="0"/>
                <a:cs typeface="TAU-Marutham" pitchFamily="34" charset="0"/>
              </a:rPr>
              <a:t> </a:t>
            </a:r>
            <a:r>
              <a:rPr lang="en-US" sz="8000" b="1" dirty="0" err="1">
                <a:latin typeface="TAU-Marutham" pitchFamily="34" charset="0"/>
                <a:ea typeface="Calibri" pitchFamily="34" charset="0"/>
                <a:cs typeface="TAU-Marutham" pitchFamily="34" charset="0"/>
              </a:rPr>
              <a:t>சரிவர</a:t>
            </a:r>
            <a:r>
              <a:rPr lang="en-US" sz="8000" b="1" dirty="0">
                <a:latin typeface="TAU-Marutham" pitchFamily="34" charset="0"/>
                <a:ea typeface="Calibri" pitchFamily="34" charset="0"/>
                <a:cs typeface="TAU-Marutham" pitchFamily="34" charset="0"/>
              </a:rPr>
              <a:t> </a:t>
            </a:r>
            <a:r>
              <a:rPr lang="en-US" sz="8000" b="1" dirty="0" err="1">
                <a:latin typeface="TAU-Marutham" pitchFamily="34" charset="0"/>
                <a:ea typeface="Calibri" pitchFamily="34" charset="0"/>
                <a:cs typeface="TAU-Marutham" pitchFamily="34" charset="0"/>
              </a:rPr>
              <a:t>தயாரிக்கப்படவில்லை</a:t>
            </a:r>
            <a:r>
              <a:rPr lang="en-US" sz="8000" b="1" dirty="0">
                <a:latin typeface="TAU-Marutham" pitchFamily="34" charset="0"/>
                <a:ea typeface="Calibri" pitchFamily="34" charset="0"/>
                <a:cs typeface="TAU-Marutham" pitchFamily="34" charset="0"/>
              </a:rPr>
              <a:t> </a:t>
            </a:r>
            <a:r>
              <a:rPr lang="en-US" sz="8000" b="1" dirty="0" err="1">
                <a:latin typeface="TAU-Marutham" pitchFamily="34" charset="0"/>
                <a:ea typeface="Calibri" pitchFamily="34" charset="0"/>
                <a:cs typeface="TAU-Marutham" pitchFamily="34" charset="0"/>
              </a:rPr>
              <a:t>என்று</a:t>
            </a:r>
            <a:r>
              <a:rPr lang="en-US" sz="8000" b="1" dirty="0">
                <a:latin typeface="TAU-Marutham" pitchFamily="34" charset="0"/>
                <a:ea typeface="Calibri" pitchFamily="34" charset="0"/>
                <a:cs typeface="TAU-Marutham" pitchFamily="34" charset="0"/>
              </a:rPr>
              <a:t> </a:t>
            </a:r>
            <a:r>
              <a:rPr lang="en-US" sz="8000" b="1" dirty="0" err="1">
                <a:latin typeface="TAU-Marutham" pitchFamily="34" charset="0"/>
                <a:ea typeface="Calibri" pitchFamily="34" charset="0"/>
                <a:cs typeface="TAU-Marutham" pitchFamily="34" charset="0"/>
              </a:rPr>
              <a:t>கூறப்பட</a:t>
            </a:r>
            <a:r>
              <a:rPr lang="en-US" sz="8000" b="1" dirty="0">
                <a:latin typeface="TAU-Marutham" pitchFamily="34" charset="0"/>
                <a:ea typeface="Calibri" pitchFamily="34" charset="0"/>
                <a:cs typeface="TAU-Marutham" pitchFamily="34" charset="0"/>
              </a:rPr>
              <a:t> </a:t>
            </a:r>
            <a:r>
              <a:rPr lang="en-US" sz="8000" b="1" dirty="0" err="1">
                <a:latin typeface="TAU-Marutham" pitchFamily="34" charset="0"/>
                <a:ea typeface="Calibri" pitchFamily="34" charset="0"/>
                <a:cs typeface="TAU-Marutham" pitchFamily="34" charset="0"/>
              </a:rPr>
              <a:t>முக்கிய</a:t>
            </a:r>
            <a:r>
              <a:rPr lang="en-US" sz="8000" b="1" dirty="0">
                <a:latin typeface="TAU-Marutham" pitchFamily="34" charset="0"/>
                <a:ea typeface="Calibri" pitchFamily="34" charset="0"/>
                <a:cs typeface="TAU-Marutham" pitchFamily="34" charset="0"/>
              </a:rPr>
              <a:t> </a:t>
            </a:r>
            <a:r>
              <a:rPr lang="en-US" sz="8000" b="1" dirty="0" err="1">
                <a:latin typeface="TAU-Marutham" pitchFamily="34" charset="0"/>
                <a:ea typeface="Calibri" pitchFamily="34" charset="0"/>
                <a:cs typeface="TAU-Marutham" pitchFamily="34" charset="0"/>
              </a:rPr>
              <a:t>காரணங்கள்</a:t>
            </a:r>
            <a:r>
              <a:rPr lang="en-US" sz="8000" b="1" dirty="0">
                <a:latin typeface="TAU-Marutham" pitchFamily="34" charset="0"/>
                <a:ea typeface="Calibri" pitchFamily="34" charset="0"/>
                <a:cs typeface="TAU-Marutham" pitchFamily="34" charset="0"/>
              </a:rPr>
              <a:t>:</a:t>
            </a:r>
          </a:p>
          <a:p>
            <a:pPr lvl="0" algn="just">
              <a:lnSpc>
                <a:spcPct val="170000"/>
              </a:lnSpc>
              <a:buFont typeface="Wingdings" pitchFamily="2" charset="2"/>
              <a:buChar char="Ø"/>
            </a:pPr>
            <a:endParaRPr lang="en-US" sz="3800" dirty="0">
              <a:latin typeface="TAU-Marutham" pitchFamily="34" charset="0"/>
              <a:ea typeface="Calibri" pitchFamily="34" charset="0"/>
              <a:cs typeface="TAU-Marutham" pitchFamily="34" charset="0"/>
            </a:endParaRPr>
          </a:p>
          <a:p>
            <a:pPr lvl="0" algn="just">
              <a:lnSpc>
                <a:spcPct val="170000"/>
              </a:lnSpc>
              <a:buFont typeface="Wingdings" pitchFamily="2" charset="2"/>
              <a:buChar char="Ø"/>
            </a:pPr>
            <a:r>
              <a:rPr lang="en-US" sz="8000" dirty="0" err="1">
                <a:latin typeface="TAU-Marutham" pitchFamily="34" charset="0"/>
                <a:ea typeface="Calibri" pitchFamily="34" charset="0"/>
                <a:cs typeface="TAU-Marutham" pitchFamily="34" charset="0"/>
              </a:rPr>
              <a:t>இறந்த</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உறுப்பினர்களின்</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பெயர்கள்</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நீக்கப்படாதது</a:t>
            </a:r>
            <a:r>
              <a:rPr lang="en-US" sz="8000" dirty="0">
                <a:latin typeface="TAU-Marutham" pitchFamily="34" charset="0"/>
                <a:ea typeface="Calibri" pitchFamily="34" charset="0"/>
                <a:cs typeface="TAU-Marutham" pitchFamily="34" charset="0"/>
              </a:rPr>
              <a:t>.</a:t>
            </a:r>
          </a:p>
          <a:p>
            <a:pPr lvl="0" algn="just">
              <a:lnSpc>
                <a:spcPct val="170000"/>
              </a:lnSpc>
              <a:buNone/>
            </a:pPr>
            <a:endParaRPr lang="en-US" sz="400" dirty="0">
              <a:latin typeface="TAU-Marutham" pitchFamily="34" charset="0"/>
              <a:ea typeface="Calibri" pitchFamily="34" charset="0"/>
              <a:cs typeface="TAU-Marutham" pitchFamily="34" charset="0"/>
            </a:endParaRPr>
          </a:p>
          <a:p>
            <a:pPr lvl="0" algn="just">
              <a:lnSpc>
                <a:spcPct val="170000"/>
              </a:lnSpc>
              <a:buFont typeface="Wingdings" pitchFamily="2" charset="2"/>
              <a:buChar char="Ø"/>
            </a:pPr>
            <a:r>
              <a:rPr lang="en-US" sz="8000" dirty="0" err="1">
                <a:latin typeface="TAU-Marutham" pitchFamily="34" charset="0"/>
                <a:ea typeface="Calibri" pitchFamily="34" charset="0"/>
                <a:cs typeface="TAU-Marutham" pitchFamily="34" charset="0"/>
              </a:rPr>
              <a:t>சங்கத்தின்</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துணைவிதிப்படி</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தகுதி</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இல்லாதவர்கள்</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உறுப்பினர்களாக</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உள்ளது</a:t>
            </a:r>
            <a:r>
              <a:rPr lang="en-US" sz="8000" dirty="0">
                <a:latin typeface="TAU-Marutham" pitchFamily="34" charset="0"/>
                <a:ea typeface="Calibri" pitchFamily="34" charset="0"/>
                <a:cs typeface="TAU-Marutham" pitchFamily="34" charset="0"/>
              </a:rPr>
              <a:t>.</a:t>
            </a:r>
          </a:p>
          <a:p>
            <a:pPr algn="just">
              <a:lnSpc>
                <a:spcPct val="170000"/>
              </a:lnSpc>
              <a:buNone/>
            </a:pPr>
            <a:endParaRPr lang="en-US" sz="400" dirty="0">
              <a:latin typeface="TAU-Marutham" pitchFamily="34" charset="0"/>
              <a:ea typeface="Calibri" pitchFamily="34" charset="0"/>
              <a:cs typeface="TAU-Marutham" pitchFamily="34" charset="0"/>
            </a:endParaRPr>
          </a:p>
          <a:p>
            <a:pPr algn="just">
              <a:lnSpc>
                <a:spcPct val="170000"/>
              </a:lnSpc>
              <a:buFont typeface="Wingdings" pitchFamily="2" charset="2"/>
              <a:buChar char="Ø"/>
            </a:pPr>
            <a:r>
              <a:rPr lang="en-US" sz="8000" dirty="0" err="1">
                <a:latin typeface="TAU-Marutham" pitchFamily="34" charset="0"/>
                <a:ea typeface="Calibri" pitchFamily="34" charset="0"/>
                <a:cs typeface="TAU-Marutham" pitchFamily="34" charset="0"/>
              </a:rPr>
              <a:t>சட்ட</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விதிகளில்</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கூறப்பட்டபடி</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உறுப்பினர்</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சேர்க்கை</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தொடர்பான</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ஆவணங்கள்</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இல்லாதது</a:t>
            </a:r>
            <a:r>
              <a:rPr lang="en-US" sz="8000" dirty="0">
                <a:latin typeface="TAU-Marutham" pitchFamily="34" charset="0"/>
                <a:ea typeface="Calibri" pitchFamily="34" charset="0"/>
                <a:cs typeface="TAU-Marutham" pitchFamily="34" charset="0"/>
              </a:rPr>
              <a:t>.</a:t>
            </a:r>
          </a:p>
          <a:p>
            <a:pPr algn="just">
              <a:lnSpc>
                <a:spcPct val="170000"/>
              </a:lnSpc>
              <a:buNone/>
            </a:pPr>
            <a:endParaRPr lang="en-IN" sz="2800" dirty="0">
              <a:latin typeface="TAU-Marutham" pitchFamily="34" charset="0"/>
              <a:ea typeface="Calibri" pitchFamily="34" charset="0"/>
              <a:cs typeface="TAU-Marutham" pitchFamily="34" charset="0"/>
            </a:endParaRPr>
          </a:p>
          <a:p>
            <a:pPr lvl="0" algn="just">
              <a:lnSpc>
                <a:spcPct val="170000"/>
              </a:lnSpc>
              <a:buFont typeface="Wingdings" pitchFamily="2" charset="2"/>
              <a:buChar char="Ø"/>
            </a:pPr>
            <a:r>
              <a:rPr lang="en-US" sz="8000" dirty="0" err="1">
                <a:latin typeface="TAU-Marutham" pitchFamily="34" charset="0"/>
                <a:ea typeface="Calibri" pitchFamily="34" charset="0"/>
                <a:cs typeface="TAU-Marutham" pitchFamily="34" charset="0"/>
              </a:rPr>
              <a:t>ஒவ்வொரு</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சங்கமும்</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தனது</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உறுப்பினர்</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பட்டியல்</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அது</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தொடர்பான</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விண்ணப்பப்</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படிவங்கள்</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பதிவேடுகள்</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மற்றும்</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ஆவணங்கள்</a:t>
            </a:r>
            <a:r>
              <a:rPr lang="en-US" sz="8000" dirty="0">
                <a:latin typeface="TAU-Marutham" pitchFamily="34" charset="0"/>
                <a:ea typeface="Calibri" pitchFamily="34" charset="0"/>
                <a:cs typeface="TAU-Marutham" pitchFamily="34" charset="0"/>
              </a:rPr>
              <a:t> (Registers and Records) </a:t>
            </a:r>
            <a:r>
              <a:rPr lang="en-US" sz="8000" dirty="0" err="1">
                <a:latin typeface="TAU-Marutham" pitchFamily="34" charset="0"/>
                <a:ea typeface="Calibri" pitchFamily="34" charset="0"/>
                <a:cs typeface="TAU-Marutham" pitchFamily="34" charset="0"/>
              </a:rPr>
              <a:t>எத்தேதியிலும்</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ஒழுங்காக</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பராமரித்தலை</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அதற்கு</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பொறுப்பான</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அலுவலர்கள்</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உறுதி</a:t>
            </a:r>
            <a:r>
              <a:rPr lang="en-US" sz="8000" dirty="0">
                <a:latin typeface="TAU-Marutham" pitchFamily="34" charset="0"/>
                <a:ea typeface="Calibri" pitchFamily="34" charset="0"/>
                <a:cs typeface="TAU-Marutham" pitchFamily="34" charset="0"/>
              </a:rPr>
              <a:t> </a:t>
            </a:r>
            <a:r>
              <a:rPr lang="en-US" sz="8000" dirty="0" err="1">
                <a:latin typeface="TAU-Marutham" pitchFamily="34" charset="0"/>
                <a:ea typeface="Calibri" pitchFamily="34" charset="0"/>
                <a:cs typeface="TAU-Marutham" pitchFamily="34" charset="0"/>
              </a:rPr>
              <a:t>செய்தல்</a:t>
            </a:r>
            <a:r>
              <a:rPr lang="en-US" sz="8000" dirty="0">
                <a:latin typeface="TAU-Marutham" pitchFamily="34" charset="0"/>
                <a:ea typeface="Calibri" pitchFamily="34" charset="0"/>
                <a:cs typeface="TAU-Marutham" pitchFamily="34" charset="0"/>
              </a:rPr>
              <a:t>.</a:t>
            </a:r>
          </a:p>
          <a:p>
            <a:pPr>
              <a:buNone/>
            </a:pPr>
            <a:endParaRPr lang="en-US"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18</a:t>
            </a:fld>
            <a:endParaRPr lang="en-US"/>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b="1" u="sng" dirty="0">
                <a:latin typeface="TAU-Marutham" pitchFamily="34" charset="0"/>
                <a:ea typeface="Calibri" pitchFamily="34" charset="0"/>
                <a:cs typeface="TAU-Marutham" pitchFamily="34" charset="0"/>
              </a:rPr>
              <a:t/>
            </a:r>
            <a:br>
              <a:rPr lang="en-IN" sz="3600" b="1" u="sng" dirty="0">
                <a:latin typeface="TAU-Marutham" pitchFamily="34" charset="0"/>
                <a:ea typeface="Calibri" pitchFamily="34" charset="0"/>
                <a:cs typeface="TAU-Marutham" pitchFamily="34" charset="0"/>
              </a:rPr>
            </a:br>
            <a:r>
              <a:rPr lang="en-IN" sz="3600" b="1" u="sng" dirty="0">
                <a:latin typeface="TAU-Marutham" pitchFamily="34" charset="0"/>
                <a:ea typeface="Calibri" pitchFamily="34" charset="0"/>
                <a:cs typeface="TAU-Marutham" pitchFamily="34" charset="0"/>
              </a:rPr>
              <a:t> </a:t>
            </a:r>
            <a:r>
              <a:rPr lang="en-IN" sz="3600" b="1" u="sng" dirty="0" err="1">
                <a:latin typeface="TAU-Marutham" pitchFamily="34" charset="0"/>
                <a:ea typeface="Calibri" pitchFamily="34" charset="0"/>
                <a:cs typeface="TAU-Marutham" pitchFamily="34" charset="0"/>
              </a:rPr>
              <a:t>தேர்தலுக்கான</a:t>
            </a:r>
            <a:r>
              <a:rPr lang="en-IN" sz="3600" b="1" u="sng" dirty="0">
                <a:latin typeface="TAU-Marutham" pitchFamily="34" charset="0"/>
                <a:ea typeface="Calibri" pitchFamily="34" charset="0"/>
                <a:cs typeface="TAU-Marutham" pitchFamily="34" charset="0"/>
              </a:rPr>
              <a:t> </a:t>
            </a:r>
            <a:r>
              <a:rPr lang="en-IN" sz="3600" b="1" u="sng" dirty="0" err="1">
                <a:latin typeface="TAU-Marutham" pitchFamily="34" charset="0"/>
                <a:ea typeface="Calibri" pitchFamily="34" charset="0"/>
                <a:cs typeface="TAU-Marutham" pitchFamily="34" charset="0"/>
              </a:rPr>
              <a:t>நடத்தை</a:t>
            </a:r>
            <a:r>
              <a:rPr lang="en-IN" sz="3600" b="1" u="sng" dirty="0">
                <a:latin typeface="TAU-Marutham" pitchFamily="34" charset="0"/>
                <a:ea typeface="Calibri" pitchFamily="34" charset="0"/>
                <a:cs typeface="TAU-Marutham" pitchFamily="34" charset="0"/>
              </a:rPr>
              <a:t> </a:t>
            </a:r>
            <a:r>
              <a:rPr lang="en-IN" sz="3600" b="1" u="sng" dirty="0" err="1">
                <a:latin typeface="TAU-Marutham" pitchFamily="34" charset="0"/>
                <a:ea typeface="Calibri" pitchFamily="34" charset="0"/>
                <a:cs typeface="TAU-Marutham" pitchFamily="34" charset="0"/>
              </a:rPr>
              <a:t>விதிகள்</a:t>
            </a:r>
            <a:r>
              <a:rPr lang="en-IN" sz="3600" b="1" u="sng" dirty="0">
                <a:latin typeface="TAU-Marutham" pitchFamily="34" charset="0"/>
                <a:ea typeface="Calibri" pitchFamily="34" charset="0"/>
                <a:cs typeface="TAU-Marutham" pitchFamily="34" charset="0"/>
              </a:rPr>
              <a:t>              </a:t>
            </a:r>
            <a:r>
              <a:rPr lang="en-US" sz="3600" b="1" u="sng" dirty="0">
                <a:latin typeface="TAU-Marutham" pitchFamily="34" charset="0"/>
                <a:ea typeface="Calibri" pitchFamily="34" charset="0"/>
                <a:cs typeface="TAU-Marutham" pitchFamily="34" charset="0"/>
              </a:rPr>
              <a:t>(Code of Conduct)</a:t>
            </a:r>
            <a:r>
              <a:rPr lang="en-US" dirty="0"/>
              <a:t/>
            </a:r>
            <a:br>
              <a:rPr lang="en-US" dirty="0"/>
            </a:br>
            <a:endParaRPr lang="en-US" dirty="0"/>
          </a:p>
        </p:txBody>
      </p:sp>
      <p:sp>
        <p:nvSpPr>
          <p:cNvPr id="3" name="Content Placeholder 2"/>
          <p:cNvSpPr>
            <a:spLocks noGrp="1"/>
          </p:cNvSpPr>
          <p:nvPr>
            <p:ph idx="1"/>
          </p:nvPr>
        </p:nvSpPr>
        <p:spPr>
          <a:xfrm>
            <a:off x="457200" y="1340768"/>
            <a:ext cx="8229600" cy="4785395"/>
          </a:xfrm>
        </p:spPr>
        <p:txBody>
          <a:bodyPr>
            <a:normAutofit fontScale="92500"/>
          </a:bodyPr>
          <a:lstStyle/>
          <a:p>
            <a:pPr algn="ctr">
              <a:lnSpc>
                <a:spcPct val="120000"/>
              </a:lnSpc>
              <a:buNone/>
            </a:pPr>
            <a:r>
              <a:rPr lang="en-US" sz="2200" b="1" dirty="0" err="1">
                <a:solidFill>
                  <a:srgbClr val="0070C0"/>
                </a:solidFill>
                <a:latin typeface="TAU-Marutham" pitchFamily="34" charset="0"/>
                <a:ea typeface="Calibri" pitchFamily="34" charset="0"/>
                <a:cs typeface="TAU-Marutham" pitchFamily="34" charset="0"/>
              </a:rPr>
              <a:t>ஆணைய</a:t>
            </a:r>
            <a:r>
              <a:rPr lang="en-US" sz="2200" b="1" dirty="0">
                <a:solidFill>
                  <a:srgbClr val="0070C0"/>
                </a:solidFill>
                <a:latin typeface="TAU-Marutham" pitchFamily="34" charset="0"/>
                <a:ea typeface="Calibri" pitchFamily="34" charset="0"/>
                <a:cs typeface="TAU-Marutham" pitchFamily="34" charset="0"/>
              </a:rPr>
              <a:t> </a:t>
            </a:r>
            <a:r>
              <a:rPr lang="en-US" sz="2200" b="1" dirty="0" err="1">
                <a:solidFill>
                  <a:srgbClr val="0070C0"/>
                </a:solidFill>
                <a:latin typeface="TAU-Marutham" pitchFamily="34" charset="0"/>
                <a:ea typeface="Calibri" pitchFamily="34" charset="0"/>
                <a:cs typeface="TAU-Marutham" pitchFamily="34" charset="0"/>
              </a:rPr>
              <a:t>சுற்றறிக்கை</a:t>
            </a:r>
            <a:r>
              <a:rPr lang="en-US" sz="2200" b="1" dirty="0">
                <a:solidFill>
                  <a:srgbClr val="0070C0"/>
                </a:solidFill>
                <a:latin typeface="TAU-Marutham" pitchFamily="34" charset="0"/>
                <a:ea typeface="Calibri" pitchFamily="34" charset="0"/>
                <a:cs typeface="TAU-Marutham" pitchFamily="34" charset="0"/>
              </a:rPr>
              <a:t> </a:t>
            </a:r>
            <a:r>
              <a:rPr lang="en-US" sz="2200" b="1" dirty="0" err="1">
                <a:solidFill>
                  <a:srgbClr val="0070C0"/>
                </a:solidFill>
                <a:latin typeface="TAU-Marutham" pitchFamily="34" charset="0"/>
                <a:ea typeface="Calibri" pitchFamily="34" charset="0"/>
                <a:cs typeface="TAU-Marutham" pitchFamily="34" charset="0"/>
              </a:rPr>
              <a:t>ந.க.எண்</a:t>
            </a:r>
            <a:r>
              <a:rPr lang="en-US" sz="2200" b="1" dirty="0">
                <a:solidFill>
                  <a:srgbClr val="0070C0"/>
                </a:solidFill>
                <a:latin typeface="TAU-Marutham" pitchFamily="34" charset="0"/>
                <a:ea typeface="Calibri" pitchFamily="34" charset="0"/>
                <a:cs typeface="TAU-Marutham" pitchFamily="34" charset="0"/>
              </a:rPr>
              <a:t> 344/2018/கூதே5, </a:t>
            </a:r>
            <a:r>
              <a:rPr lang="en-US" sz="2200" b="1" dirty="0" smtClean="0">
                <a:solidFill>
                  <a:srgbClr val="0070C0"/>
                </a:solidFill>
                <a:latin typeface="TAU-Marutham" pitchFamily="34" charset="0"/>
                <a:ea typeface="Calibri" pitchFamily="34" charset="0"/>
                <a:cs typeface="TAU-Marutham" pitchFamily="34" charset="0"/>
              </a:rPr>
              <a:t>                 </a:t>
            </a:r>
            <a:r>
              <a:rPr lang="en-US" sz="2200" b="1" dirty="0" err="1" smtClean="0">
                <a:solidFill>
                  <a:srgbClr val="0070C0"/>
                </a:solidFill>
                <a:latin typeface="TAU-Marutham" pitchFamily="34" charset="0"/>
                <a:ea typeface="Calibri" pitchFamily="34" charset="0"/>
                <a:cs typeface="TAU-Marutham" pitchFamily="34" charset="0"/>
              </a:rPr>
              <a:t>நாள்</a:t>
            </a:r>
            <a:r>
              <a:rPr lang="en-US" sz="2200" b="1" dirty="0" smtClean="0">
                <a:solidFill>
                  <a:srgbClr val="0070C0"/>
                </a:solidFill>
                <a:latin typeface="TAU-Marutham" pitchFamily="34" charset="0"/>
                <a:ea typeface="Calibri" pitchFamily="34" charset="0"/>
                <a:cs typeface="TAU-Marutham" pitchFamily="34" charset="0"/>
              </a:rPr>
              <a:t> </a:t>
            </a:r>
            <a:r>
              <a:rPr lang="en-US" sz="2200" b="1" dirty="0">
                <a:solidFill>
                  <a:srgbClr val="0070C0"/>
                </a:solidFill>
                <a:latin typeface="TAU-Marutham" pitchFamily="34" charset="0"/>
                <a:ea typeface="Calibri" pitchFamily="34" charset="0"/>
                <a:cs typeface="TAU-Marutham" pitchFamily="34" charset="0"/>
              </a:rPr>
              <a:t>05.09.2022 </a:t>
            </a:r>
            <a:r>
              <a:rPr lang="en-IN" sz="2200" b="1" dirty="0" err="1">
                <a:solidFill>
                  <a:srgbClr val="0070C0"/>
                </a:solidFill>
                <a:latin typeface="TAU-Marutham" pitchFamily="34" charset="0"/>
                <a:ea typeface="Calibri" pitchFamily="34" charset="0"/>
                <a:cs typeface="TAU-Marutham" pitchFamily="34" charset="0"/>
              </a:rPr>
              <a:t>மற்றும்</a:t>
            </a:r>
            <a:r>
              <a:rPr lang="en-IN" sz="2200" b="1" dirty="0">
                <a:solidFill>
                  <a:srgbClr val="0070C0"/>
                </a:solidFill>
                <a:latin typeface="TAU-Marutham" pitchFamily="34" charset="0"/>
                <a:ea typeface="Calibri" pitchFamily="34" charset="0"/>
                <a:cs typeface="TAU-Marutham" pitchFamily="34" charset="0"/>
              </a:rPr>
              <a:t> 11.01.2023</a:t>
            </a:r>
          </a:p>
          <a:p>
            <a:pPr lvl="0" algn="just">
              <a:lnSpc>
                <a:spcPct val="120000"/>
              </a:lnSpc>
              <a:buNone/>
            </a:pPr>
            <a:endParaRPr lang="en-US" sz="200" dirty="0">
              <a:latin typeface="TAU-Marutham" pitchFamily="34" charset="0"/>
              <a:ea typeface="Calibri" pitchFamily="34" charset="0"/>
              <a:cs typeface="TAU-Marutham" pitchFamily="34" charset="0"/>
            </a:endParaRPr>
          </a:p>
          <a:p>
            <a:pPr algn="just">
              <a:lnSpc>
                <a:spcPct val="120000"/>
              </a:lnSpc>
              <a:buFont typeface="Wingdings" pitchFamily="2" charset="2"/>
              <a:buChar char="Ø"/>
            </a:pPr>
            <a:r>
              <a:rPr lang="en-IN" sz="2000" dirty="0" err="1">
                <a:latin typeface="TAU-Marutham" pitchFamily="34" charset="0"/>
                <a:ea typeface="Calibri" pitchFamily="34" charset="0"/>
                <a:cs typeface="TAU-Marutham" pitchFamily="34" charset="0"/>
              </a:rPr>
              <a:t>தேர்தல்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நடத்தை</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விதிகளானது</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தேர்தல்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திட்டம்</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அறிவிக்கப்பட்டுள்ள</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கூட்டுறவுச்</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சங்கங்களுக்கு</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திட்டம்</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அறிவிக்கப்பட்ட</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நாளிலிருந்து</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தலைவர்</a:t>
            </a:r>
            <a:r>
              <a:rPr lang="en-IN" sz="2000" dirty="0">
                <a:latin typeface="TAU-Marutham" pitchFamily="34" charset="0"/>
                <a:ea typeface="Calibri" pitchFamily="34" charset="0"/>
                <a:cs typeface="TAU-Marutham" pitchFamily="34" charset="0"/>
              </a:rPr>
              <a:t>/</a:t>
            </a:r>
            <a:r>
              <a:rPr lang="en-IN" sz="2000" dirty="0" err="1">
                <a:latin typeface="TAU-Marutham" pitchFamily="34" charset="0"/>
                <a:ea typeface="Calibri" pitchFamily="34" charset="0"/>
                <a:cs typeface="TAU-Marutham" pitchFamily="34" charset="0"/>
              </a:rPr>
              <a:t>துணைத்தலைவர்</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தேர்தல்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முடிவுற்று</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புதிய</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நிர்வாகக்குழு</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பதவியேற்கும்</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நாள்வரை</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அமலில்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இருக்கும்</a:t>
            </a:r>
            <a:r>
              <a:rPr lang="en-IN" sz="2000" dirty="0">
                <a:latin typeface="TAU-Marutham" pitchFamily="34" charset="0"/>
                <a:ea typeface="Calibri" pitchFamily="34" charset="0"/>
                <a:cs typeface="TAU-Marutham" pitchFamily="34" charset="0"/>
              </a:rPr>
              <a:t>.</a:t>
            </a:r>
            <a:endParaRPr lang="en-US" sz="2000" dirty="0">
              <a:latin typeface="TAU-Marutham" pitchFamily="34" charset="0"/>
              <a:ea typeface="Calibri" pitchFamily="34" charset="0"/>
              <a:cs typeface="TAU-Marutham" pitchFamily="34" charset="0"/>
            </a:endParaRPr>
          </a:p>
          <a:p>
            <a:pPr lvl="0" algn="just">
              <a:lnSpc>
                <a:spcPct val="120000"/>
              </a:lnSpc>
              <a:buFont typeface="Wingdings" pitchFamily="2" charset="2"/>
              <a:buChar char="Ø"/>
            </a:pPr>
            <a:r>
              <a:rPr lang="en-US" sz="2000" dirty="0" err="1">
                <a:latin typeface="TAU-Marutham" pitchFamily="34" charset="0"/>
                <a:ea typeface="Calibri" pitchFamily="34" charset="0"/>
                <a:cs typeface="TAU-Marutham" pitchFamily="34" charset="0"/>
              </a:rPr>
              <a:t>தேர்தலின்போது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நடத்தை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விதிகள்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சரியாகப்</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பின்பற்றப்படவில்லை</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என்று</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புகார்கள்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ஆணையத்தில்</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பெறப்படுகின்றன</a:t>
            </a:r>
            <a:r>
              <a:rPr lang="en-US" sz="2000" dirty="0">
                <a:latin typeface="TAU-Marutham" pitchFamily="34" charset="0"/>
                <a:ea typeface="Calibri" pitchFamily="34" charset="0"/>
                <a:cs typeface="TAU-Marutham" pitchFamily="34" charset="0"/>
              </a:rPr>
              <a:t>.</a:t>
            </a:r>
          </a:p>
          <a:p>
            <a:pPr lvl="0" algn="just">
              <a:lnSpc>
                <a:spcPct val="120000"/>
              </a:lnSpc>
              <a:buFont typeface="Wingdings" pitchFamily="2" charset="2"/>
              <a:buChar char="Ø"/>
            </a:pPr>
            <a:r>
              <a:rPr lang="en-US" sz="2000" dirty="0" err="1">
                <a:latin typeface="TAU-Marutham" pitchFamily="34" charset="0"/>
                <a:ea typeface="Calibri" pitchFamily="34" charset="0"/>
                <a:cs typeface="TAU-Marutham" pitchFamily="34" charset="0"/>
              </a:rPr>
              <a:t>ஆணையத்தால்</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சங்க</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நிர்வாகத்திற்கு</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வழங்கப்பட்ட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சட்டப்பூர்வ</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கட்டளைகளை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செயல்படுத்தாது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இருப்பது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சட்டப்பிரிவு</a:t>
            </a:r>
            <a:r>
              <a:rPr lang="en-US" sz="2000" dirty="0">
                <a:latin typeface="TAU-Marutham" pitchFamily="34" charset="0"/>
                <a:ea typeface="Calibri" pitchFamily="34" charset="0"/>
                <a:cs typeface="TAU-Marutham" pitchFamily="34" charset="0"/>
              </a:rPr>
              <a:t> 157-ன் </a:t>
            </a:r>
            <a:r>
              <a:rPr lang="en-US" sz="2000" dirty="0" err="1">
                <a:latin typeface="TAU-Marutham" pitchFamily="34" charset="0"/>
                <a:ea typeface="Calibri" pitchFamily="34" charset="0"/>
                <a:cs typeface="TAU-Marutham" pitchFamily="34" charset="0"/>
              </a:rPr>
              <a:t>கீழ்</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சிறை</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தண்டனை</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மற்றும்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அபராதம்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விதிக்கக்கூடிய</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குற்றமாகும்</a:t>
            </a:r>
            <a:r>
              <a:rPr lang="en-US" sz="2000" dirty="0">
                <a:latin typeface="TAU-Marutham" pitchFamily="34" charset="0"/>
                <a:ea typeface="Calibri" pitchFamily="34" charset="0"/>
                <a:cs typeface="TAU-Marutham" pitchFamily="34" charset="0"/>
              </a:rPr>
              <a:t>.</a:t>
            </a:r>
          </a:p>
          <a:p>
            <a:pPr lvl="0" algn="just">
              <a:lnSpc>
                <a:spcPct val="120000"/>
              </a:lnSpc>
              <a:buNone/>
            </a:pPr>
            <a:endParaRPr lang="en-US" sz="1900" dirty="0">
              <a:latin typeface="TAU-Marutham" pitchFamily="34" charset="0"/>
              <a:ea typeface="Calibri" pitchFamily="34" charset="0"/>
              <a:cs typeface="TAU-Marutham" pitchFamily="34" charset="0"/>
            </a:endParaRPr>
          </a:p>
          <a:p>
            <a:endParaRPr lang="en-US"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19</a:t>
            </a:fld>
            <a:endParaRPr lang="en-US"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2700" b="1" u="sng" dirty="0">
                <a:latin typeface="TAU-Marutham" pitchFamily="34" charset="0"/>
                <a:ea typeface="Calibri" pitchFamily="34" charset="0"/>
                <a:cs typeface="TAU-Marutham" pitchFamily="34" charset="0"/>
              </a:rPr>
              <a:t> </a:t>
            </a:r>
            <a:r>
              <a:rPr lang="en-IN" sz="2700" b="1" u="sng" dirty="0" err="1">
                <a:latin typeface="TAU-Marutham" pitchFamily="34" charset="0"/>
                <a:ea typeface="Calibri" pitchFamily="34" charset="0"/>
                <a:cs typeface="TAU-Marutham" pitchFamily="34" charset="0"/>
              </a:rPr>
              <a:t>தேர்தலுக்கான</a:t>
            </a:r>
            <a:r>
              <a:rPr lang="en-IN" sz="2700" b="1" u="sng" dirty="0">
                <a:latin typeface="TAU-Marutham" pitchFamily="34" charset="0"/>
                <a:ea typeface="Calibri" pitchFamily="34" charset="0"/>
                <a:cs typeface="TAU-Marutham" pitchFamily="34" charset="0"/>
              </a:rPr>
              <a:t> </a:t>
            </a:r>
            <a:r>
              <a:rPr lang="en-IN" sz="2700" b="1" u="sng" dirty="0" err="1">
                <a:latin typeface="TAU-Marutham" pitchFamily="34" charset="0"/>
                <a:ea typeface="Calibri" pitchFamily="34" charset="0"/>
                <a:cs typeface="TAU-Marutham" pitchFamily="34" charset="0"/>
              </a:rPr>
              <a:t>நடத்தை</a:t>
            </a:r>
            <a:r>
              <a:rPr lang="en-IN" sz="2700" b="1" u="sng" dirty="0">
                <a:latin typeface="TAU-Marutham" pitchFamily="34" charset="0"/>
                <a:ea typeface="Calibri" pitchFamily="34" charset="0"/>
                <a:cs typeface="TAU-Marutham" pitchFamily="34" charset="0"/>
              </a:rPr>
              <a:t> </a:t>
            </a:r>
            <a:r>
              <a:rPr lang="en-IN" sz="2700" b="1" u="sng" dirty="0" err="1">
                <a:latin typeface="TAU-Marutham" pitchFamily="34" charset="0"/>
                <a:ea typeface="Calibri" pitchFamily="34" charset="0"/>
                <a:cs typeface="TAU-Marutham" pitchFamily="34" charset="0"/>
              </a:rPr>
              <a:t>விதிகள்</a:t>
            </a:r>
            <a:r>
              <a:rPr lang="en-IN" sz="2700" b="1" u="sng" dirty="0">
                <a:latin typeface="TAU-Marutham" pitchFamily="34" charset="0"/>
                <a:ea typeface="Calibri" pitchFamily="34" charset="0"/>
                <a:cs typeface="TAU-Marutham" pitchFamily="34" charset="0"/>
              </a:rPr>
              <a:t> </a:t>
            </a:r>
            <a:r>
              <a:rPr lang="en-US" sz="2700" b="1" u="sng" dirty="0">
                <a:latin typeface="TAU-Marutham" pitchFamily="34" charset="0"/>
                <a:ea typeface="Calibri" pitchFamily="34" charset="0"/>
                <a:cs typeface="TAU-Marutham" pitchFamily="34" charset="0"/>
              </a:rPr>
              <a:t>(Code of Conduct)</a:t>
            </a:r>
            <a:br>
              <a:rPr lang="en-US" sz="2700" b="1" u="sng" dirty="0">
                <a:latin typeface="TAU-Marutham" pitchFamily="34" charset="0"/>
                <a:ea typeface="Calibri" pitchFamily="34" charset="0"/>
                <a:cs typeface="TAU-Marutham" pitchFamily="34" charset="0"/>
              </a:rPr>
            </a:b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ஆணைய</a:t>
            </a:r>
            <a:r>
              <a:rPr lang="en-US" sz="2700" b="1" dirty="0">
                <a:solidFill>
                  <a:srgbClr val="0070C0"/>
                </a:solidFill>
                <a:latin typeface="TAU-Marutham" pitchFamily="34" charset="0"/>
                <a:ea typeface="Calibri" pitchFamily="34" charset="0"/>
                <a:cs typeface="TAU-Marutham" pitchFamily="34" charset="0"/>
              </a:rPr>
              <a:t> </a:t>
            </a:r>
            <a:r>
              <a:rPr lang="en-US" sz="2800" b="1" dirty="0" err="1">
                <a:solidFill>
                  <a:srgbClr val="0070C0"/>
                </a:solidFill>
                <a:latin typeface="TAU-Marutham" pitchFamily="34" charset="0"/>
                <a:ea typeface="Calibri" pitchFamily="34" charset="0"/>
                <a:cs typeface="TAU-Marutham" pitchFamily="34" charset="0"/>
              </a:rPr>
              <a:t>சுற்றறிக்கை</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ந.க.எண்</a:t>
            </a:r>
            <a:r>
              <a:rPr lang="en-US" b="1" dirty="0">
                <a:solidFill>
                  <a:srgbClr val="0070C0"/>
                </a:solidFill>
                <a:latin typeface="TAU-Marutham" pitchFamily="34" charset="0"/>
                <a:ea typeface="Calibri" pitchFamily="34" charset="0"/>
                <a:cs typeface="TAU-Marutham" pitchFamily="34" charset="0"/>
              </a:rPr>
              <a:t> </a:t>
            </a:r>
            <a:r>
              <a:rPr lang="en-US" sz="2700" b="1" dirty="0">
                <a:solidFill>
                  <a:srgbClr val="0070C0"/>
                </a:solidFill>
                <a:latin typeface="TAU-Marutham" pitchFamily="34" charset="0"/>
                <a:ea typeface="Calibri" pitchFamily="34" charset="0"/>
                <a:cs typeface="TAU-Marutham" pitchFamily="34" charset="0"/>
              </a:rPr>
              <a:t>344/2018/கூதே5, </a:t>
            </a:r>
            <a:r>
              <a:rPr lang="en-US" sz="2700" b="1" dirty="0" err="1">
                <a:solidFill>
                  <a:srgbClr val="0070C0"/>
                </a:solidFill>
                <a:latin typeface="TAU-Marutham" pitchFamily="34" charset="0"/>
                <a:ea typeface="Calibri" pitchFamily="34" charset="0"/>
                <a:cs typeface="TAU-Marutham" pitchFamily="34" charset="0"/>
              </a:rPr>
              <a:t>நாள்</a:t>
            </a:r>
            <a:r>
              <a:rPr lang="en-US" sz="2700" b="1" dirty="0">
                <a:solidFill>
                  <a:srgbClr val="0070C0"/>
                </a:solidFill>
                <a:latin typeface="TAU-Marutham" pitchFamily="34" charset="0"/>
                <a:ea typeface="Calibri" pitchFamily="34" charset="0"/>
                <a:cs typeface="TAU-Marutham" pitchFamily="34" charset="0"/>
              </a:rPr>
              <a:t> 05.09.2022 </a:t>
            </a:r>
            <a:r>
              <a:rPr lang="en-IN" sz="2700" b="1" dirty="0" err="1">
                <a:solidFill>
                  <a:srgbClr val="0070C0"/>
                </a:solidFill>
                <a:latin typeface="TAU-Marutham" pitchFamily="34" charset="0"/>
                <a:ea typeface="Calibri" pitchFamily="34" charset="0"/>
                <a:cs typeface="TAU-Marutham" pitchFamily="34" charset="0"/>
              </a:rPr>
              <a:t>மற்றும்</a:t>
            </a:r>
            <a:r>
              <a:rPr lang="en-IN" sz="2700" b="1" dirty="0">
                <a:solidFill>
                  <a:srgbClr val="0070C0"/>
                </a:solidFill>
                <a:latin typeface="TAU-Marutham" pitchFamily="34" charset="0"/>
                <a:ea typeface="Calibri" pitchFamily="34" charset="0"/>
                <a:cs typeface="TAU-Marutham" pitchFamily="34" charset="0"/>
              </a:rPr>
              <a:t> 11.01.2023</a:t>
            </a:r>
            <a:endParaRPr lang="en-US" sz="2700" dirty="0"/>
          </a:p>
        </p:txBody>
      </p:sp>
      <p:sp>
        <p:nvSpPr>
          <p:cNvPr id="3" name="Content Placeholder 2"/>
          <p:cNvSpPr>
            <a:spLocks noGrp="1"/>
          </p:cNvSpPr>
          <p:nvPr>
            <p:ph idx="1"/>
          </p:nvPr>
        </p:nvSpPr>
        <p:spPr/>
        <p:txBody>
          <a:bodyPr>
            <a:normAutofit/>
          </a:bodyPr>
          <a:lstStyle/>
          <a:p>
            <a:pPr algn="just">
              <a:lnSpc>
                <a:spcPct val="120000"/>
              </a:lnSpc>
              <a:buFont typeface="Wingdings" pitchFamily="2" charset="2"/>
              <a:buChar char="Ø"/>
            </a:pPr>
            <a:r>
              <a:rPr lang="en-US" sz="2400" dirty="0" err="1">
                <a:latin typeface="TAU-Marutham" pitchFamily="34" charset="0"/>
                <a:ea typeface="Calibri" pitchFamily="34" charset="0"/>
                <a:cs typeface="TAU-Marutham" pitchFamily="34" charset="0"/>
              </a:rPr>
              <a:t>சட்டப்பிரிவு</a:t>
            </a:r>
            <a:r>
              <a:rPr lang="en-US" sz="2400" dirty="0">
                <a:latin typeface="TAU-Marutham" pitchFamily="34" charset="0"/>
                <a:ea typeface="Calibri" pitchFamily="34" charset="0"/>
                <a:cs typeface="TAU-Marutham" pitchFamily="34" charset="0"/>
              </a:rPr>
              <a:t> 162-ன் </a:t>
            </a:r>
            <a:r>
              <a:rPr lang="en-US" sz="2400" dirty="0" err="1">
                <a:latin typeface="TAU-Marutham" pitchFamily="34" charset="0"/>
                <a:ea typeface="Calibri" pitchFamily="34" charset="0"/>
                <a:cs typeface="TAU-Marutham" pitchFamily="34" charset="0"/>
              </a:rPr>
              <a:t>கீழ்</a:t>
            </a:r>
            <a:r>
              <a:rPr lang="en-US" sz="2400" dirty="0">
                <a:latin typeface="TAU-Marutham" pitchFamily="34" charset="0"/>
                <a:ea typeface="Calibri" pitchFamily="34" charset="0"/>
                <a:cs typeface="TAU-Marutham" pitchFamily="34" charset="0"/>
              </a:rPr>
              <a:t> </a:t>
            </a:r>
            <a:r>
              <a:rPr lang="en-US" sz="2400" dirty="0" err="1">
                <a:latin typeface="TAU-Marutham" pitchFamily="34" charset="0"/>
                <a:ea typeface="Calibri" pitchFamily="34" charset="0"/>
                <a:cs typeface="TAU-Marutham" pitchFamily="34" charset="0"/>
              </a:rPr>
              <a:t>ஓராண்டு</a:t>
            </a:r>
            <a:r>
              <a:rPr lang="en-US" sz="2400" dirty="0">
                <a:latin typeface="TAU-Marutham" pitchFamily="34" charset="0"/>
                <a:ea typeface="Calibri" pitchFamily="34" charset="0"/>
                <a:cs typeface="TAU-Marutham" pitchFamily="34" charset="0"/>
              </a:rPr>
              <a:t> </a:t>
            </a:r>
            <a:r>
              <a:rPr lang="en-US" sz="2400" dirty="0" err="1">
                <a:latin typeface="TAU-Marutham" pitchFamily="34" charset="0"/>
                <a:ea typeface="Calibri" pitchFamily="34" charset="0"/>
                <a:cs typeface="TAU-Marutham" pitchFamily="34" charset="0"/>
              </a:rPr>
              <a:t>வரை</a:t>
            </a:r>
            <a:r>
              <a:rPr lang="en-US" sz="2400" dirty="0">
                <a:latin typeface="TAU-Marutham" pitchFamily="34" charset="0"/>
                <a:ea typeface="Calibri" pitchFamily="34" charset="0"/>
                <a:cs typeface="TAU-Marutham" pitchFamily="34" charset="0"/>
              </a:rPr>
              <a:t> </a:t>
            </a:r>
            <a:r>
              <a:rPr lang="en-US" sz="2400" dirty="0" err="1">
                <a:latin typeface="TAU-Marutham" pitchFamily="34" charset="0"/>
                <a:ea typeface="Calibri" pitchFamily="34" charset="0"/>
                <a:cs typeface="TAU-Marutham" pitchFamily="34" charset="0"/>
              </a:rPr>
              <a:t>சிறைத்</a:t>
            </a:r>
            <a:r>
              <a:rPr lang="en-US" sz="2400" dirty="0">
                <a:latin typeface="TAU-Marutham" pitchFamily="34" charset="0"/>
                <a:ea typeface="Calibri" pitchFamily="34" charset="0"/>
                <a:cs typeface="TAU-Marutham" pitchFamily="34" charset="0"/>
              </a:rPr>
              <a:t> </a:t>
            </a:r>
            <a:r>
              <a:rPr lang="en-US" sz="2400" dirty="0" err="1">
                <a:latin typeface="TAU-Marutham" pitchFamily="34" charset="0"/>
                <a:ea typeface="Calibri" pitchFamily="34" charset="0"/>
                <a:cs typeface="TAU-Marutham" pitchFamily="34" charset="0"/>
              </a:rPr>
              <a:t>தண்டனை</a:t>
            </a:r>
            <a:r>
              <a:rPr lang="en-US" sz="2400" dirty="0">
                <a:latin typeface="TAU-Marutham" pitchFamily="34" charset="0"/>
                <a:ea typeface="Calibri" pitchFamily="34" charset="0"/>
                <a:cs typeface="TAU-Marutham" pitchFamily="34" charset="0"/>
              </a:rPr>
              <a:t> </a:t>
            </a:r>
            <a:r>
              <a:rPr lang="en-US" sz="2400" dirty="0" err="1">
                <a:latin typeface="TAU-Marutham" pitchFamily="34" charset="0"/>
                <a:ea typeface="Calibri" pitchFamily="34" charset="0"/>
                <a:cs typeface="TAU-Marutham" pitchFamily="34" charset="0"/>
              </a:rPr>
              <a:t>மற்றும்</a:t>
            </a:r>
            <a:r>
              <a:rPr lang="en-US" sz="2400" dirty="0">
                <a:latin typeface="TAU-Marutham" pitchFamily="34" charset="0"/>
                <a:ea typeface="Calibri" pitchFamily="34" charset="0"/>
                <a:cs typeface="TAU-Marutham" pitchFamily="34" charset="0"/>
              </a:rPr>
              <a:t> ரூ.10000/- </a:t>
            </a:r>
            <a:r>
              <a:rPr lang="en-US" sz="2400" dirty="0" err="1">
                <a:latin typeface="TAU-Marutham" pitchFamily="34" charset="0"/>
                <a:ea typeface="Calibri" pitchFamily="34" charset="0"/>
                <a:cs typeface="TAU-Marutham" pitchFamily="34" charset="0"/>
              </a:rPr>
              <a:t>வரை</a:t>
            </a:r>
            <a:r>
              <a:rPr lang="en-US" sz="2400" dirty="0">
                <a:latin typeface="TAU-Marutham" pitchFamily="34" charset="0"/>
                <a:ea typeface="Calibri" pitchFamily="34" charset="0"/>
                <a:cs typeface="TAU-Marutham" pitchFamily="34" charset="0"/>
              </a:rPr>
              <a:t> </a:t>
            </a:r>
            <a:r>
              <a:rPr lang="en-US" sz="2400" dirty="0" err="1">
                <a:latin typeface="TAU-Marutham" pitchFamily="34" charset="0"/>
                <a:ea typeface="Calibri" pitchFamily="34" charset="0"/>
                <a:cs typeface="TAU-Marutham" pitchFamily="34" charset="0"/>
              </a:rPr>
              <a:t>அபராதம்</a:t>
            </a:r>
            <a:r>
              <a:rPr lang="en-US" sz="2400" dirty="0">
                <a:latin typeface="TAU-Marutham" pitchFamily="34" charset="0"/>
                <a:ea typeface="Calibri" pitchFamily="34" charset="0"/>
                <a:cs typeface="TAU-Marutham" pitchFamily="34" charset="0"/>
              </a:rPr>
              <a:t> (Fine) </a:t>
            </a:r>
            <a:r>
              <a:rPr lang="en-US" sz="2400" dirty="0" err="1">
                <a:latin typeface="TAU-Marutham" pitchFamily="34" charset="0"/>
                <a:ea typeface="Calibri" pitchFamily="34" charset="0"/>
                <a:cs typeface="TAU-Marutham" pitchFamily="34" charset="0"/>
              </a:rPr>
              <a:t>விதிக்கக்கூடிய</a:t>
            </a:r>
            <a:r>
              <a:rPr lang="en-US" sz="2400" dirty="0">
                <a:latin typeface="TAU-Marutham" pitchFamily="34" charset="0"/>
                <a:ea typeface="Calibri" pitchFamily="34" charset="0"/>
                <a:cs typeface="TAU-Marutham" pitchFamily="34" charset="0"/>
              </a:rPr>
              <a:t> </a:t>
            </a:r>
            <a:r>
              <a:rPr lang="en-US" sz="2400" dirty="0" err="1">
                <a:latin typeface="TAU-Marutham" pitchFamily="34" charset="0"/>
                <a:ea typeface="Calibri" pitchFamily="34" charset="0"/>
                <a:cs typeface="TAU-Marutham" pitchFamily="34" charset="0"/>
              </a:rPr>
              <a:t>குற்றமாகும்</a:t>
            </a:r>
            <a:r>
              <a:rPr lang="en-US" sz="2400" dirty="0">
                <a:latin typeface="TAU-Marutham" pitchFamily="34" charset="0"/>
                <a:ea typeface="Calibri" pitchFamily="34" charset="0"/>
                <a:cs typeface="TAU-Marutham" pitchFamily="34" charset="0"/>
              </a:rPr>
              <a:t>.</a:t>
            </a:r>
            <a:endParaRPr lang="en-IN" sz="2200" dirty="0">
              <a:latin typeface="TAU-Marutham" pitchFamily="34" charset="0"/>
              <a:ea typeface="Calibri" pitchFamily="34" charset="0"/>
              <a:cs typeface="TAU-Marutham" pitchFamily="34" charset="0"/>
            </a:endParaRPr>
          </a:p>
          <a:p>
            <a:pPr lvl="0" algn="just">
              <a:lnSpc>
                <a:spcPct val="120000"/>
              </a:lnSpc>
              <a:buFont typeface="Wingdings" pitchFamily="2" charset="2"/>
              <a:buChar char="Ø"/>
            </a:pPr>
            <a:r>
              <a:rPr lang="en-IN" sz="2200" dirty="0" err="1">
                <a:latin typeface="TAU-Marutham" pitchFamily="34" charset="0"/>
                <a:ea typeface="Calibri" pitchFamily="34" charset="0"/>
                <a:cs typeface="TAU-Marutham" pitchFamily="34" charset="0"/>
              </a:rPr>
              <a:t>மேற்காண்</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ஆணைய</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கடிதத்தில்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தேர்தல்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நடத்தை</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விதிகள்</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தேர்தல்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திட்டம்</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வழங்கப்பட்டுள்ள</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தொடக்க</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மத்திய</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தலைமை</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போன்ற</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அனைத்து</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வகை</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சங்கங்களுக்கும்</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ஆணையத்தால்</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அறிவிக்கப்பட்ட</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நடத்தை</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விதிகள்</a:t>
            </a:r>
            <a:r>
              <a:rPr lang="en-IN" sz="2200" dirty="0">
                <a:latin typeface="TAU-Marutham" pitchFamily="34" charset="0"/>
                <a:ea typeface="Calibri" pitchFamily="34" charset="0"/>
                <a:cs typeface="TAU-Marutham" pitchFamily="34" charset="0"/>
              </a:rPr>
              <a:t> </a:t>
            </a:r>
            <a:r>
              <a:rPr lang="en-IN" sz="2200" dirty="0" err="1">
                <a:latin typeface="TAU-Marutham" pitchFamily="34" charset="0"/>
                <a:ea typeface="Calibri" pitchFamily="34" charset="0"/>
                <a:cs typeface="TAU-Marutham" pitchFamily="34" charset="0"/>
              </a:rPr>
              <a:t>பொருந்துவதாகும்</a:t>
            </a:r>
            <a:r>
              <a:rPr lang="en-IN" sz="2200" dirty="0">
                <a:latin typeface="TAU-Marutham" pitchFamily="34" charset="0"/>
                <a:ea typeface="Calibri" pitchFamily="34" charset="0"/>
                <a:cs typeface="TAU-Marutham" pitchFamily="34" charset="0"/>
              </a:rPr>
              <a:t>.</a:t>
            </a:r>
          </a:p>
          <a:p>
            <a:pPr algn="just">
              <a:lnSpc>
                <a:spcPct val="120000"/>
              </a:lnSpc>
              <a:buFont typeface="Wingdings" pitchFamily="2" charset="2"/>
              <a:buChar char="Ø"/>
            </a:pPr>
            <a:r>
              <a:rPr lang="en-US" sz="2200" dirty="0" err="1">
                <a:latin typeface="TAU-Marutham" pitchFamily="34" charset="0"/>
                <a:ea typeface="Calibri" pitchFamily="34" charset="0"/>
                <a:cs typeface="TAU-Marutham" pitchFamily="34" charset="0"/>
              </a:rPr>
              <a:t>எனவே</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தேர்தல்</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நடத்தை</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விதிகள்</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முழுமையாக</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பின்பற்றப்பட</a:t>
            </a:r>
            <a:r>
              <a:rPr lang="en-US" sz="2200" dirty="0">
                <a:latin typeface="TAU-Marutham" pitchFamily="34" charset="0"/>
                <a:ea typeface="Calibri" pitchFamily="34" charset="0"/>
                <a:cs typeface="TAU-Marutham" pitchFamily="34" charset="0"/>
              </a:rPr>
              <a:t> </a:t>
            </a:r>
            <a:r>
              <a:rPr lang="en-US" sz="2200" dirty="0" err="1">
                <a:latin typeface="TAU-Marutham" pitchFamily="34" charset="0"/>
                <a:ea typeface="Calibri" pitchFamily="34" charset="0"/>
                <a:cs typeface="TAU-Marutham" pitchFamily="34" charset="0"/>
              </a:rPr>
              <a:t>வேண்டும்</a:t>
            </a:r>
            <a:r>
              <a:rPr lang="en-US" sz="2200" dirty="0">
                <a:latin typeface="TAU-Marutham" pitchFamily="34" charset="0"/>
                <a:ea typeface="Calibri" pitchFamily="34" charset="0"/>
                <a:cs typeface="TAU-Marutham" pitchFamily="34" charset="0"/>
              </a:rPr>
              <a:t>.</a:t>
            </a:r>
          </a:p>
          <a:p>
            <a:pPr marL="0" indent="0">
              <a:buNone/>
            </a:pPr>
            <a:endParaRPr lang="en-US"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20</a:t>
            </a:fld>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358306"/>
            <a:ext cx="8229600" cy="2710654"/>
          </a:xfrm>
        </p:spPr>
        <p:txBody>
          <a:bodyPr>
            <a:normAutofit fontScale="90000"/>
          </a:bodyPr>
          <a:lstStyle/>
          <a:p>
            <a:pPr algn="just"/>
            <a:r>
              <a:rPr lang="en-IN" sz="3600" b="1" u="sng" dirty="0">
                <a:latin typeface="TAU-Marutham" pitchFamily="34" charset="0"/>
                <a:ea typeface="Calibri" pitchFamily="34" charset="0"/>
                <a:cs typeface="TAU-Marutham" pitchFamily="34" charset="0"/>
              </a:rPr>
              <a:t> </a:t>
            </a:r>
            <a:r>
              <a:rPr lang="en-IN" sz="3600" b="1" u="sng" dirty="0" err="1">
                <a:latin typeface="TAU-Marutham" pitchFamily="34" charset="0"/>
                <a:ea typeface="Calibri" pitchFamily="34" charset="0"/>
                <a:cs typeface="TAU-Marutham" pitchFamily="34" charset="0"/>
              </a:rPr>
              <a:t>மாநிலத்</a:t>
            </a:r>
            <a:r>
              <a:rPr lang="en-IN" sz="3600" b="1" u="sng" dirty="0">
                <a:latin typeface="TAU-Marutham" pitchFamily="34" charset="0"/>
                <a:ea typeface="Calibri" pitchFamily="34" charset="0"/>
                <a:cs typeface="TAU-Marutham" pitchFamily="34" charset="0"/>
              </a:rPr>
              <a:t> </a:t>
            </a:r>
            <a:r>
              <a:rPr lang="en-IN" sz="3600" b="1" u="sng" dirty="0" err="1">
                <a:latin typeface="TAU-Marutham" pitchFamily="34" charset="0"/>
                <a:ea typeface="Calibri" pitchFamily="34" charset="0"/>
                <a:cs typeface="TAU-Marutham" pitchFamily="34" charset="0"/>
              </a:rPr>
              <a:t>தேர்தல்</a:t>
            </a:r>
            <a:r>
              <a:rPr lang="en-IN" sz="3600" b="1" u="sng" dirty="0">
                <a:latin typeface="TAU-Marutham" pitchFamily="34" charset="0"/>
                <a:ea typeface="Calibri" pitchFamily="34" charset="0"/>
                <a:cs typeface="TAU-Marutham" pitchFamily="34" charset="0"/>
              </a:rPr>
              <a:t> </a:t>
            </a:r>
            <a:r>
              <a:rPr lang="en-IN" sz="3600" b="1" u="sng" dirty="0" err="1">
                <a:latin typeface="TAU-Marutham" pitchFamily="34" charset="0"/>
                <a:ea typeface="Calibri" pitchFamily="34" charset="0"/>
                <a:cs typeface="TAU-Marutham" pitchFamily="34" charset="0"/>
              </a:rPr>
              <a:t>அலுவலர்கள்</a:t>
            </a:r>
            <a:r>
              <a:rPr lang="en-IN" sz="3600" b="1" u="sng" dirty="0">
                <a:latin typeface="TAU-Marutham" pitchFamily="34" charset="0"/>
                <a:ea typeface="Calibri" pitchFamily="34" charset="0"/>
                <a:cs typeface="TAU-Marutham" pitchFamily="34" charset="0"/>
              </a:rPr>
              <a:t> </a:t>
            </a:r>
            <a:r>
              <a:rPr lang="en-IN" sz="3600" b="1" u="sng" dirty="0" err="1">
                <a:latin typeface="TAU-Marutham" pitchFamily="34" charset="0"/>
                <a:ea typeface="Calibri" pitchFamily="34" charset="0"/>
                <a:cs typeface="TAU-Marutham" pitchFamily="34" charset="0"/>
              </a:rPr>
              <a:t>நியமனம்</a:t>
            </a:r>
            <a:r>
              <a:rPr lang="en-IN" sz="3600" b="1" u="sng" dirty="0">
                <a:latin typeface="TAU-Marutham" pitchFamily="34" charset="0"/>
                <a:ea typeface="Calibri" pitchFamily="34" charset="0"/>
                <a:cs typeface="TAU-Marutham" pitchFamily="34" charset="0"/>
              </a:rPr>
              <a:t/>
            </a:r>
            <a:br>
              <a:rPr lang="en-IN" sz="3600" b="1" u="sng" dirty="0">
                <a:latin typeface="TAU-Marutham" pitchFamily="34" charset="0"/>
                <a:ea typeface="Calibri" pitchFamily="34" charset="0"/>
                <a:cs typeface="TAU-Marutham" pitchFamily="34" charset="0"/>
              </a:rPr>
            </a:br>
            <a:r>
              <a:rPr lang="en-US" sz="1300" b="1" u="sng" dirty="0">
                <a:latin typeface="TAU-Marutham" pitchFamily="34" charset="0"/>
                <a:ea typeface="Calibri" pitchFamily="34" charset="0"/>
                <a:cs typeface="TAU-Marutham" pitchFamily="34" charset="0"/>
              </a:rPr>
              <a:t/>
            </a:r>
            <a:br>
              <a:rPr lang="en-US" sz="1300" b="1" u="sng" dirty="0">
                <a:latin typeface="TAU-Marutham" pitchFamily="34" charset="0"/>
                <a:ea typeface="Calibri" pitchFamily="34" charset="0"/>
                <a:cs typeface="TAU-Marutham" pitchFamily="34" charset="0"/>
              </a:rPr>
            </a:br>
            <a:r>
              <a:rPr lang="en-US" sz="2700" b="1" dirty="0" err="1">
                <a:solidFill>
                  <a:srgbClr val="0070C0"/>
                </a:solidFill>
                <a:latin typeface="TAU-Marutham" pitchFamily="34" charset="0"/>
                <a:ea typeface="Calibri" pitchFamily="34" charset="0"/>
                <a:cs typeface="TAU-Marutham" pitchFamily="34" charset="0"/>
              </a:rPr>
              <a:t>ஆணையர்</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அவர்களின்</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செயல்முறை</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ஆணை</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ந.க.எண்</a:t>
            </a:r>
            <a:r>
              <a:rPr lang="en-US" sz="2700" b="1" dirty="0">
                <a:solidFill>
                  <a:srgbClr val="0070C0"/>
                </a:solidFill>
                <a:latin typeface="TAU-Marutham" pitchFamily="34" charset="0"/>
                <a:ea typeface="Calibri" pitchFamily="34" charset="0"/>
                <a:cs typeface="TAU-Marutham" pitchFamily="34" charset="0"/>
              </a:rPr>
              <a:t> 875/2022/கூதே1(1), </a:t>
            </a:r>
            <a:r>
              <a:rPr lang="en-US" sz="2700" b="1" dirty="0" err="1">
                <a:solidFill>
                  <a:srgbClr val="0070C0"/>
                </a:solidFill>
                <a:latin typeface="TAU-Marutham" pitchFamily="34" charset="0"/>
                <a:ea typeface="Calibri" pitchFamily="34" charset="0"/>
                <a:cs typeface="TAU-Marutham" pitchFamily="34" charset="0"/>
              </a:rPr>
              <a:t>நாள்</a:t>
            </a:r>
            <a:r>
              <a:rPr lang="en-US" sz="2700" b="1" dirty="0">
                <a:solidFill>
                  <a:srgbClr val="0070C0"/>
                </a:solidFill>
                <a:latin typeface="TAU-Marutham" pitchFamily="34" charset="0"/>
                <a:ea typeface="Calibri" pitchFamily="34" charset="0"/>
                <a:cs typeface="TAU-Marutham" pitchFamily="34" charset="0"/>
              </a:rPr>
              <a:t> 12.09.2022</a:t>
            </a:r>
            <a:r>
              <a:rPr lang="en-IN" sz="2700" b="1" dirty="0">
                <a:solidFill>
                  <a:srgbClr val="0070C0"/>
                </a:solidFill>
                <a:latin typeface="TAU-Marutham" pitchFamily="34" charset="0"/>
                <a:ea typeface="Calibri" pitchFamily="34" charset="0"/>
                <a:cs typeface="TAU-Marutham" pitchFamily="34" charset="0"/>
              </a:rPr>
              <a:t/>
            </a:r>
            <a:br>
              <a:rPr lang="en-IN" sz="2700" b="1" dirty="0">
                <a:solidFill>
                  <a:srgbClr val="0070C0"/>
                </a:solidFill>
                <a:latin typeface="TAU-Marutham" pitchFamily="34" charset="0"/>
                <a:ea typeface="Calibri" pitchFamily="34" charset="0"/>
                <a:cs typeface="TAU-Marutham" pitchFamily="34" charset="0"/>
              </a:rPr>
            </a:br>
            <a:r>
              <a:rPr lang="en-US" sz="1800" b="1" u="sng" dirty="0">
                <a:solidFill>
                  <a:srgbClr val="0070C0"/>
                </a:solidFill>
                <a:latin typeface="TAU-Marutham" pitchFamily="34" charset="0"/>
                <a:ea typeface="Calibri" pitchFamily="34" charset="0"/>
                <a:cs typeface="TAU-Marutham" pitchFamily="34" charset="0"/>
              </a:rPr>
              <a:t/>
            </a:r>
            <a:br>
              <a:rPr lang="en-US" sz="1800" b="1" u="sng" dirty="0">
                <a:solidFill>
                  <a:srgbClr val="0070C0"/>
                </a:solidFill>
                <a:latin typeface="TAU-Marutham" pitchFamily="34" charset="0"/>
                <a:ea typeface="Calibri" pitchFamily="34" charset="0"/>
                <a:cs typeface="TAU-Marutham" pitchFamily="34" charset="0"/>
              </a:rPr>
            </a:br>
            <a:r>
              <a:rPr lang="en-US" sz="3600" b="1" dirty="0">
                <a:solidFill>
                  <a:srgbClr val="0070C0"/>
                </a:solidFill>
                <a:latin typeface="TAU-Marutham" pitchFamily="34" charset="0"/>
                <a:ea typeface="Calibri" pitchFamily="34" charset="0"/>
                <a:cs typeface="TAU-Marutham" pitchFamily="34" charset="0"/>
              </a:rPr>
              <a:t>	</a:t>
            </a:r>
            <a:r>
              <a:rPr lang="en-IN" sz="3600" b="1" u="sng" dirty="0">
                <a:latin typeface="TAU-Marutham" pitchFamily="34" charset="0"/>
                <a:ea typeface="Calibri" pitchFamily="34" charset="0"/>
                <a:cs typeface="TAU-Marutham" pitchFamily="34" charset="0"/>
              </a:rPr>
              <a:t/>
            </a:r>
            <a:br>
              <a:rPr lang="en-IN" sz="3600" b="1" u="sng" dirty="0">
                <a:latin typeface="TAU-Marutham" pitchFamily="34" charset="0"/>
                <a:ea typeface="Calibri" pitchFamily="34" charset="0"/>
                <a:cs typeface="TAU-Marutham" pitchFamily="34" charset="0"/>
              </a:rPr>
            </a:br>
            <a:endParaRPr lang="en-US" dirty="0"/>
          </a:p>
        </p:txBody>
      </p:sp>
      <p:sp>
        <p:nvSpPr>
          <p:cNvPr id="3" name="Slide Number Placeholder 2"/>
          <p:cNvSpPr>
            <a:spLocks noGrp="1"/>
          </p:cNvSpPr>
          <p:nvPr>
            <p:ph type="sldNum" sz="quarter" idx="12"/>
          </p:nvPr>
        </p:nvSpPr>
        <p:spPr/>
        <p:txBody>
          <a:bodyPr/>
          <a:lstStyle/>
          <a:p>
            <a:fld id="{22E57D70-481A-41F0-B50C-50BB8557EF28}" type="slidenum">
              <a:rPr lang="en-US" smtClean="0"/>
              <a:pPr/>
              <a:t>21</a:t>
            </a:fld>
            <a:endParaRPr lang="en-US"/>
          </a:p>
        </p:txBody>
      </p:sp>
      <p:sp>
        <p:nvSpPr>
          <p:cNvPr id="5" name="TextBox 4">
            <a:extLst>
              <a:ext uri="{FF2B5EF4-FFF2-40B4-BE49-F238E27FC236}">
                <a16:creationId xmlns="" xmlns:a16="http://schemas.microsoft.com/office/drawing/2014/main" id="{AFE82FB3-B9C1-2F85-CE89-0EF8307724D5}"/>
              </a:ext>
            </a:extLst>
          </p:cNvPr>
          <p:cNvSpPr txBox="1"/>
          <p:nvPr/>
        </p:nvSpPr>
        <p:spPr>
          <a:xfrm>
            <a:off x="557242" y="2279013"/>
            <a:ext cx="8229600" cy="4621843"/>
          </a:xfrm>
          <a:prstGeom prst="rect">
            <a:avLst/>
          </a:prstGeom>
          <a:noFill/>
        </p:spPr>
        <p:txBody>
          <a:bodyPr wrap="square">
            <a:spAutoFit/>
          </a:bodyPr>
          <a:lstStyle/>
          <a:p>
            <a:pPr algn="just">
              <a:lnSpc>
                <a:spcPct val="150000"/>
              </a:lnSpc>
            </a:pPr>
            <a:r>
              <a:rPr lang="en-US" sz="1800" dirty="0">
                <a:latin typeface="TAU-Marutham" pitchFamily="34" charset="0"/>
                <a:ea typeface="Calibri" pitchFamily="34" charset="0"/>
                <a:cs typeface="TAU-Marutham" pitchFamily="34" charset="0"/>
              </a:rPr>
              <a:t>1983-ம் </a:t>
            </a:r>
            <a:r>
              <a:rPr lang="en-US" sz="1800" dirty="0" err="1">
                <a:latin typeface="TAU-Marutham" pitchFamily="34" charset="0"/>
                <a:ea typeface="Calibri" pitchFamily="34" charset="0"/>
                <a:cs typeface="TAU-Marutham" pitchFamily="34" charset="0"/>
              </a:rPr>
              <a:t>ஆண்டு</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தமிழ்நாடு</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கூட்டுறவுச்</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சங்கங்களின்</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சட்டம்</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பிரிவு</a:t>
            </a:r>
            <a:r>
              <a:rPr lang="en-US" sz="1800" dirty="0">
                <a:latin typeface="TAU-Marutham" pitchFamily="34" charset="0"/>
                <a:ea typeface="Calibri" pitchFamily="34" charset="0"/>
                <a:cs typeface="TAU-Marutham" pitchFamily="34" charset="0"/>
              </a:rPr>
              <a:t> 3-ன் </a:t>
            </a:r>
            <a:r>
              <a:rPr lang="en-US" sz="1800" dirty="0" err="1">
                <a:latin typeface="TAU-Marutham" pitchFamily="34" charset="0"/>
                <a:ea typeface="Calibri" pitchFamily="34" charset="0"/>
                <a:cs typeface="TAU-Marutham" pitchFamily="34" charset="0"/>
              </a:rPr>
              <a:t>கீழ்</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கூட்டுறவுச்</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சங்கங்களின்</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பதிவாளர்களாக</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அரசால்</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நியமனம்</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செய்யப்பட்ட</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கூட்டுறவுச்</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சங்கங்களின்</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பதிவாளர்</a:t>
            </a:r>
            <a:r>
              <a:rPr lang="en-US" sz="1800" dirty="0">
                <a:latin typeface="TAU-Marutham" pitchFamily="34" charset="0"/>
                <a:ea typeface="Calibri" pitchFamily="34" charset="0"/>
                <a:cs typeface="TAU-Marutham" pitchFamily="34" charset="0"/>
              </a:rPr>
              <a:t> (Registrar of Cooperative Societies) </a:t>
            </a:r>
            <a:r>
              <a:rPr lang="en-US" sz="1800" dirty="0" err="1">
                <a:latin typeface="TAU-Marutham" pitchFamily="34" charset="0"/>
                <a:ea typeface="Calibri" pitchFamily="34" charset="0"/>
                <a:cs typeface="TAU-Marutham" pitchFamily="34" charset="0"/>
              </a:rPr>
              <a:t>மற்றும்</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செயற்பதிவாளர்களை</a:t>
            </a:r>
            <a:r>
              <a:rPr lang="en-US" sz="1800" dirty="0">
                <a:latin typeface="TAU-Marutham" pitchFamily="34" charset="0"/>
                <a:ea typeface="Calibri" pitchFamily="34" charset="0"/>
                <a:cs typeface="TAU-Marutham" pitchFamily="34" charset="0"/>
              </a:rPr>
              <a:t> (Functional Registrars), </a:t>
            </a:r>
            <a:r>
              <a:rPr lang="en-US" sz="1800" dirty="0" err="1">
                <a:latin typeface="TAU-Marutham" pitchFamily="34" charset="0"/>
                <a:ea typeface="Calibri" pitchFamily="34" charset="0"/>
                <a:cs typeface="TAU-Marutham" pitchFamily="34" charset="0"/>
              </a:rPr>
              <a:t>அவர்களின்</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நிர்வாகக்</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கட்டுப்பாட்டிற்குட்பட்ட</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கூட்டுறவுச்</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சங்கங்களுக்கு</a:t>
            </a:r>
            <a:r>
              <a:rPr lang="en-US" sz="1800" dirty="0">
                <a:latin typeface="TAU-Marutham" pitchFamily="34" charset="0"/>
                <a:ea typeface="Calibri" pitchFamily="34" charset="0"/>
                <a:cs typeface="TAU-Marutham" pitchFamily="34" charset="0"/>
              </a:rPr>
              <a:t>, 1988 –</a:t>
            </a:r>
            <a:r>
              <a:rPr lang="en-US" sz="1800" dirty="0" err="1">
                <a:latin typeface="TAU-Marutham" pitchFamily="34" charset="0"/>
                <a:ea typeface="Calibri" pitchFamily="34" charset="0"/>
                <a:cs typeface="TAU-Marutham" pitchFamily="34" charset="0"/>
              </a:rPr>
              <a:t>ம்</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ஆண்டு</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தமிழ்நாடு</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கூட்டுறவுச்</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சங்கங்கள்</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விதிகள்</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இனி</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வரும்</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இடங்களில்</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விதி</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எனப்படும்</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விதி</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எண்</a:t>
            </a:r>
            <a:r>
              <a:rPr lang="en-US" sz="1800" dirty="0">
                <a:latin typeface="TAU-Marutham" pitchFamily="34" charset="0"/>
                <a:ea typeface="Calibri" pitchFamily="34" charset="0"/>
                <a:cs typeface="TAU-Marutham" pitchFamily="34" charset="0"/>
              </a:rPr>
              <a:t> 52-A(3)-</a:t>
            </a:r>
            <a:r>
              <a:rPr lang="en-US" sz="1800" dirty="0" err="1">
                <a:latin typeface="TAU-Marutham" pitchFamily="34" charset="0"/>
                <a:ea typeface="Calibri" pitchFamily="34" charset="0"/>
                <a:cs typeface="TAU-Marutham" pitchFamily="34" charset="0"/>
              </a:rPr>
              <a:t>ன்</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கீழ்</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மாநிலத்</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தேர்தல்</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அலுவலர்களாக</a:t>
            </a:r>
            <a:r>
              <a:rPr lang="en-US" sz="1800" dirty="0">
                <a:latin typeface="TAU-Marutham" pitchFamily="34" charset="0"/>
                <a:ea typeface="Calibri" pitchFamily="34" charset="0"/>
                <a:cs typeface="TAU-Marutham" pitchFamily="34" charset="0"/>
              </a:rPr>
              <a:t> (State Election Officers) </a:t>
            </a:r>
            <a:r>
              <a:rPr lang="en-US" sz="1800" dirty="0" err="1">
                <a:latin typeface="TAU-Marutham" pitchFamily="34" charset="0"/>
                <a:ea typeface="Calibri" pitchFamily="34" charset="0"/>
                <a:cs typeface="TAU-Marutham" pitchFamily="34" charset="0"/>
              </a:rPr>
              <a:t>தமிழ்நாடு</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மாநில</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கூட்டுறவுச்</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சங்கங்களின்</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தேர்தல்</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ஆணையம்</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நியமனம்</a:t>
            </a:r>
            <a:r>
              <a:rPr lang="en-US" sz="1800" dirty="0">
                <a:latin typeface="TAU-Marutham" pitchFamily="34" charset="0"/>
                <a:ea typeface="Calibri" pitchFamily="34" charset="0"/>
                <a:cs typeface="TAU-Marutham" pitchFamily="34" charset="0"/>
              </a:rPr>
              <a:t> </a:t>
            </a:r>
            <a:r>
              <a:rPr lang="en-US" sz="1800" dirty="0" err="1">
                <a:latin typeface="TAU-Marutham" pitchFamily="34" charset="0"/>
                <a:ea typeface="Calibri" pitchFamily="34" charset="0"/>
                <a:cs typeface="TAU-Marutham" pitchFamily="34" charset="0"/>
              </a:rPr>
              <a:t>செய்துள்ளது</a:t>
            </a:r>
            <a:r>
              <a:rPr lang="en-US" sz="1600" dirty="0">
                <a:latin typeface="TAU-Marutham" pitchFamily="34" charset="0"/>
                <a:ea typeface="Calibri" pitchFamily="34" charset="0"/>
                <a:cs typeface="TAU-Marutham" pitchFamily="34" charset="0"/>
              </a:rPr>
              <a:t>.	</a:t>
            </a:r>
            <a:r>
              <a:rPr lang="en-IN" sz="2400" dirty="0"/>
              <a:t/>
            </a:r>
            <a:br>
              <a:rPr lang="en-IN" sz="2400" dirty="0"/>
            </a:br>
            <a:endParaRPr lang="en-IN"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32C3BC14-7EB0-F3A7-1377-2FFFE016E2ED}"/>
              </a:ext>
            </a:extLst>
          </p:cNvPr>
          <p:cNvSpPr>
            <a:spLocks noGrp="1"/>
          </p:cNvSpPr>
          <p:nvPr>
            <p:ph type="subTitle" idx="1"/>
          </p:nvPr>
        </p:nvSpPr>
        <p:spPr>
          <a:xfrm>
            <a:off x="1143000" y="2032000"/>
            <a:ext cx="6858000" cy="4826000"/>
          </a:xfrm>
        </p:spPr>
        <p:txBody>
          <a:bodyPr/>
          <a:lstStyle/>
          <a:p>
            <a:endParaRPr lang="en-IN" dirty="0"/>
          </a:p>
        </p:txBody>
      </p:sp>
      <p:graphicFrame>
        <p:nvGraphicFramePr>
          <p:cNvPr id="4" name="Table 3">
            <a:extLst>
              <a:ext uri="{FF2B5EF4-FFF2-40B4-BE49-F238E27FC236}">
                <a16:creationId xmlns="" xmlns:a16="http://schemas.microsoft.com/office/drawing/2014/main" id="{5DFF09D1-C6D3-1E0E-C27E-0F55F520E20C}"/>
              </a:ext>
            </a:extLst>
          </p:cNvPr>
          <p:cNvGraphicFramePr>
            <a:graphicFrameLocks noGrp="1"/>
          </p:cNvGraphicFramePr>
          <p:nvPr>
            <p:extLst>
              <p:ext uri="{D42A27DB-BD31-4B8C-83A1-F6EECF244321}">
                <p14:modId xmlns="" xmlns:p14="http://schemas.microsoft.com/office/powerpoint/2010/main" val="2757440655"/>
              </p:ext>
            </p:extLst>
          </p:nvPr>
        </p:nvGraphicFramePr>
        <p:xfrm>
          <a:off x="353291" y="857232"/>
          <a:ext cx="8312728" cy="5824336"/>
        </p:xfrm>
        <a:graphic>
          <a:graphicData uri="http://schemas.openxmlformats.org/drawingml/2006/table">
            <a:tbl>
              <a:tblPr>
                <a:tableStyleId>{5C22544A-7EE6-4342-B048-85BDC9FD1C3A}</a:tableStyleId>
              </a:tblPr>
              <a:tblGrid>
                <a:gridCol w="761672">
                  <a:extLst>
                    <a:ext uri="{9D8B030D-6E8A-4147-A177-3AD203B41FA5}">
                      <a16:colId xmlns="" xmlns:a16="http://schemas.microsoft.com/office/drawing/2014/main" val="4293572230"/>
                    </a:ext>
                  </a:extLst>
                </a:gridCol>
                <a:gridCol w="3742789">
                  <a:extLst>
                    <a:ext uri="{9D8B030D-6E8A-4147-A177-3AD203B41FA5}">
                      <a16:colId xmlns="" xmlns:a16="http://schemas.microsoft.com/office/drawing/2014/main" val="1866645738"/>
                    </a:ext>
                  </a:extLst>
                </a:gridCol>
                <a:gridCol w="3808267">
                  <a:extLst>
                    <a:ext uri="{9D8B030D-6E8A-4147-A177-3AD203B41FA5}">
                      <a16:colId xmlns="" xmlns:a16="http://schemas.microsoft.com/office/drawing/2014/main" val="1892466716"/>
                    </a:ext>
                  </a:extLst>
                </a:gridCol>
              </a:tblGrid>
              <a:tr h="390097">
                <a:tc>
                  <a:txBody>
                    <a:bodyPr/>
                    <a:lstStyle/>
                    <a:p>
                      <a:pPr algn="ctr" fontAlgn="ctr"/>
                      <a:r>
                        <a:rPr lang="ta-IN" sz="1200" u="none" strike="noStrike" dirty="0">
                          <a:effectLst/>
                          <a:latin typeface="TAU-Marutham" pitchFamily="34" charset="0"/>
                          <a:cs typeface="TAU-Marutham" pitchFamily="34" charset="0"/>
                        </a:rPr>
                        <a:t>வ.எண்</a:t>
                      </a:r>
                      <a:endParaRPr lang="ta-IN" sz="1200" b="1" i="0" u="none" strike="noStrike" dirty="0">
                        <a:solidFill>
                          <a:srgbClr val="000000"/>
                        </a:solidFill>
                        <a:effectLst/>
                        <a:latin typeface="TAU-Marutham" pitchFamily="34" charset="0"/>
                        <a:cs typeface="TAU-Marutham" pitchFamily="34" charset="0"/>
                      </a:endParaRPr>
                    </a:p>
                  </a:txBody>
                  <a:tcPr marL="1040" marR="1040" marT="1386" marB="0" anchor="ctr">
                    <a:lnB w="12700" cap="flat" cmpd="sng" algn="ctr">
                      <a:solidFill>
                        <a:schemeClr val="tx1"/>
                      </a:solidFill>
                      <a:prstDash val="solid"/>
                      <a:round/>
                      <a:headEnd type="none" w="med" len="med"/>
                      <a:tailEnd type="none" w="med" len="med"/>
                    </a:lnB>
                  </a:tcPr>
                </a:tc>
                <a:tc>
                  <a:txBody>
                    <a:bodyPr/>
                    <a:lstStyle/>
                    <a:p>
                      <a:pPr algn="ctr" fontAlgn="ctr"/>
                      <a:r>
                        <a:rPr lang="ta-IN" sz="1200" u="none" strike="noStrike" dirty="0">
                          <a:effectLst/>
                          <a:latin typeface="TAU-Marutham" pitchFamily="34" charset="0"/>
                          <a:cs typeface="TAU-Marutham" pitchFamily="34" charset="0"/>
                        </a:rPr>
                        <a:t>துறை</a:t>
                      </a:r>
                      <a:endParaRPr lang="ta-IN" sz="1200" b="1" i="0" u="none" strike="noStrike" dirty="0">
                        <a:solidFill>
                          <a:srgbClr val="000000"/>
                        </a:solidFill>
                        <a:effectLst/>
                        <a:latin typeface="TAU-Marutham" pitchFamily="34" charset="0"/>
                        <a:cs typeface="TAU-Marutham" pitchFamily="34" charset="0"/>
                      </a:endParaRPr>
                    </a:p>
                  </a:txBody>
                  <a:tcPr marL="1040" marR="1040" marT="1386" marB="0" anchor="ctr">
                    <a:lnB w="12700" cap="flat" cmpd="sng" algn="ctr">
                      <a:solidFill>
                        <a:schemeClr val="tx1"/>
                      </a:solidFill>
                      <a:prstDash val="solid"/>
                      <a:round/>
                      <a:headEnd type="none" w="med" len="med"/>
                      <a:tailEnd type="none" w="med" len="med"/>
                    </a:lnB>
                  </a:tcPr>
                </a:tc>
                <a:tc>
                  <a:txBody>
                    <a:bodyPr/>
                    <a:lstStyle/>
                    <a:p>
                      <a:pPr algn="ctr" fontAlgn="ctr"/>
                      <a:r>
                        <a:rPr lang="ta-IN" sz="1200" u="none" strike="noStrike" dirty="0">
                          <a:effectLst/>
                          <a:latin typeface="TAU-Marutham" pitchFamily="34" charset="0"/>
                          <a:cs typeface="TAU-Marutham" pitchFamily="34" charset="0"/>
                        </a:rPr>
                        <a:t>பதவி (</a:t>
                      </a:r>
                      <a:r>
                        <a:rPr lang="en-IN" sz="1200" u="none" strike="noStrike" dirty="0">
                          <a:effectLst/>
                          <a:latin typeface="TAU-Marutham" pitchFamily="34" charset="0"/>
                          <a:cs typeface="TAU-Marutham" pitchFamily="34" charset="0"/>
                        </a:rPr>
                        <a:t>Designation)</a:t>
                      </a:r>
                      <a:endParaRPr lang="en-IN" sz="1200" b="1" i="0" u="none" strike="noStrike" dirty="0">
                        <a:solidFill>
                          <a:srgbClr val="000000"/>
                        </a:solidFill>
                        <a:effectLst/>
                        <a:latin typeface="TAU-Marutham" pitchFamily="34" charset="0"/>
                        <a:cs typeface="TAU-Marutham" pitchFamily="34" charset="0"/>
                      </a:endParaRPr>
                    </a:p>
                  </a:txBody>
                  <a:tcPr marL="1040" marR="1040" marT="1386" marB="0" anchor="ct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820331631"/>
                  </a:ext>
                </a:extLst>
              </a:tr>
              <a:tr h="282695">
                <a:tc>
                  <a:txBody>
                    <a:bodyPr/>
                    <a:lstStyle/>
                    <a:p>
                      <a:pPr algn="ctr" fontAlgn="ctr"/>
                      <a:r>
                        <a:rPr lang="en-IN" sz="1200" u="none" strike="noStrike" dirty="0">
                          <a:effectLst/>
                          <a:latin typeface="TAU-Marutham" pitchFamily="34" charset="0"/>
                          <a:cs typeface="TAU-Marutham" pitchFamily="34" charset="0"/>
                        </a:rPr>
                        <a:t>1</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lnT w="12700" cap="flat" cmpd="sng" algn="ctr">
                      <a:solidFill>
                        <a:schemeClr val="tx1"/>
                      </a:solidFill>
                      <a:prstDash val="solid"/>
                      <a:round/>
                      <a:headEnd type="none" w="med" len="med"/>
                      <a:tailEnd type="none" w="med" len="med"/>
                    </a:lnT>
                  </a:tcPr>
                </a:tc>
                <a:tc>
                  <a:txBody>
                    <a:bodyPr/>
                    <a:lstStyle/>
                    <a:p>
                      <a:pPr algn="l" fontAlgn="ctr"/>
                      <a:r>
                        <a:rPr lang="ta-IN" sz="1200" u="none" strike="noStrike" dirty="0">
                          <a:effectLst/>
                          <a:latin typeface="TAU-Marutham" pitchFamily="34" charset="0"/>
                          <a:cs typeface="TAU-Marutham" pitchFamily="34" charset="0"/>
                        </a:rPr>
                        <a:t>கூட்டுறவுத்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lnT w="12700" cap="flat" cmpd="sng" algn="ctr">
                      <a:solidFill>
                        <a:schemeClr val="tx1"/>
                      </a:solidFill>
                      <a:prstDash val="solid"/>
                      <a:round/>
                      <a:headEnd type="none" w="med" len="med"/>
                      <a:tailEnd type="none" w="med" len="med"/>
                    </a:lnT>
                  </a:tcPr>
                </a:tc>
                <a:tc>
                  <a:txBody>
                    <a:bodyPr/>
                    <a:lstStyle/>
                    <a:p>
                      <a:pPr algn="l" fontAlgn="ctr"/>
                      <a:r>
                        <a:rPr lang="ta-IN" sz="1200" u="none" strike="noStrike">
                          <a:effectLst/>
                          <a:latin typeface="TAU-Marutham" pitchFamily="34" charset="0"/>
                          <a:cs typeface="TAU-Marutham" pitchFamily="34" charset="0"/>
                        </a:rPr>
                        <a:t>கூட்டுறவுச் சங்கங்களின் பதிவாளர் </a:t>
                      </a:r>
                      <a:endParaRPr lang="ta-IN" sz="1200" b="0" i="0" u="none" strike="noStrike">
                        <a:solidFill>
                          <a:srgbClr val="000000"/>
                        </a:solidFill>
                        <a:effectLst/>
                        <a:latin typeface="TAU-Marutham" pitchFamily="34" charset="0"/>
                        <a:cs typeface="TAU-Marutham" pitchFamily="34" charset="0"/>
                      </a:endParaRPr>
                    </a:p>
                  </a:txBody>
                  <a:tcPr marL="1040" marR="1040" marT="1386" marB="0" anchor="ct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4279372441"/>
                  </a:ext>
                </a:extLst>
              </a:tr>
              <a:tr h="353111">
                <a:tc>
                  <a:txBody>
                    <a:bodyPr/>
                    <a:lstStyle/>
                    <a:p>
                      <a:pPr algn="ctr" fontAlgn="ctr"/>
                      <a:r>
                        <a:rPr lang="en-IN" sz="1200" u="none" strike="noStrike" dirty="0">
                          <a:effectLst/>
                          <a:latin typeface="TAU-Marutham" pitchFamily="34" charset="0"/>
                          <a:cs typeface="TAU-Marutham" pitchFamily="34" charset="0"/>
                        </a:rPr>
                        <a:t>2</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பா</a:t>
                      </a:r>
                      <a:r>
                        <a:rPr lang="en-US" sz="1200" u="none" strike="noStrike" dirty="0" err="1">
                          <a:effectLst/>
                          <a:latin typeface="TAU-Marutham" pitchFamily="34" charset="0"/>
                          <a:cs typeface="TAU-Marutham" pitchFamily="34" charset="0"/>
                        </a:rPr>
                        <a:t>லு</a:t>
                      </a:r>
                      <a:r>
                        <a:rPr lang="ta-IN" sz="1200" u="none" strike="noStrike" dirty="0">
                          <a:effectLst/>
                          <a:latin typeface="TAU-Marutham" pitchFamily="34" charset="0"/>
                          <a:cs typeface="TAU-Marutham" pitchFamily="34" charset="0"/>
                        </a:rPr>
                        <a:t>ற்பத்தி  மற்றும் பால் பண்ணை மேம்பாட்டுத்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ஆணையர், பா</a:t>
                      </a:r>
                      <a:r>
                        <a:rPr lang="en-US" sz="1200" u="none" strike="noStrike" dirty="0" err="1">
                          <a:effectLst/>
                          <a:latin typeface="TAU-Marutham" pitchFamily="34" charset="0"/>
                          <a:cs typeface="TAU-Marutham" pitchFamily="34" charset="0"/>
                        </a:rPr>
                        <a:t>லு</a:t>
                      </a:r>
                      <a:r>
                        <a:rPr lang="ta-IN" sz="1200" u="none" strike="noStrike" dirty="0">
                          <a:effectLst/>
                          <a:latin typeface="TAU-Marutham" pitchFamily="34" charset="0"/>
                          <a:cs typeface="TAU-Marutham" pitchFamily="34" charset="0"/>
                        </a:rPr>
                        <a:t>ற்பத்தி  மற்றும் பால் பண்ணை மேம்பாட்டுத்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4185075197"/>
                  </a:ext>
                </a:extLst>
              </a:tr>
              <a:tr h="353111">
                <a:tc>
                  <a:txBody>
                    <a:bodyPr/>
                    <a:lstStyle/>
                    <a:p>
                      <a:pPr algn="ctr" fontAlgn="ctr"/>
                      <a:r>
                        <a:rPr lang="en-IN" sz="1200" u="none" strike="noStrike" dirty="0">
                          <a:effectLst/>
                          <a:latin typeface="TAU-Marutham" pitchFamily="34" charset="0"/>
                          <a:cs typeface="TAU-Marutham" pitchFamily="34" charset="0"/>
                        </a:rPr>
                        <a:t>3</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மீன்வளம் மற்றும் மீனவர் நலத்துறை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ஆணையர், மீன்வளம் மற்றும் மீனவர் நலத்துறை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497162562"/>
                  </a:ext>
                </a:extLst>
              </a:tr>
              <a:tr h="282695">
                <a:tc>
                  <a:txBody>
                    <a:bodyPr/>
                    <a:lstStyle/>
                    <a:p>
                      <a:pPr algn="ctr" fontAlgn="ctr"/>
                      <a:r>
                        <a:rPr lang="en-US" sz="1200" b="0" i="0" u="none" strike="noStrike" dirty="0">
                          <a:solidFill>
                            <a:srgbClr val="000000"/>
                          </a:solidFill>
                          <a:effectLst/>
                          <a:latin typeface="TAU-Marutham" pitchFamily="34" charset="0"/>
                          <a:cs typeface="TAU-Marutham" pitchFamily="34" charset="0"/>
                        </a:rPr>
                        <a:t>4</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கைத்தறி</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ஆணையர், கைத்தறி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0004"/>
                  </a:ext>
                </a:extLst>
              </a:tr>
              <a:tr h="282695">
                <a:tc>
                  <a:txBody>
                    <a:bodyPr/>
                    <a:lstStyle/>
                    <a:p>
                      <a:pPr algn="ctr" fontAlgn="ctr"/>
                      <a:r>
                        <a:rPr lang="en-IN" sz="1200" u="none" strike="noStrike" dirty="0">
                          <a:effectLst/>
                          <a:latin typeface="TAU-Marutham" pitchFamily="34" charset="0"/>
                          <a:cs typeface="TAU-Marutham" pitchFamily="34" charset="0"/>
                        </a:rPr>
                        <a:t>5</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r>
                        <a:rPr lang="ta-IN" sz="1800" u="none" strike="noStrike" dirty="0">
                          <a:effectLst/>
                          <a:latin typeface="TAU-Marutham" pitchFamily="34" charset="0"/>
                          <a:cs typeface="TAU-Marutham" pitchFamily="34" charset="0"/>
                        </a:rPr>
                        <a:t> </a:t>
                      </a:r>
                      <a:r>
                        <a:rPr lang="ta-IN" sz="1200" u="none" strike="noStrike" kern="1200" dirty="0">
                          <a:solidFill>
                            <a:schemeClr val="dk1"/>
                          </a:solidFill>
                          <a:effectLst/>
                          <a:latin typeface="TAU-Marutham" pitchFamily="34" charset="0"/>
                          <a:ea typeface="+mn-ea"/>
                          <a:cs typeface="TAU-Marutham" pitchFamily="34" charset="0"/>
                        </a:rPr>
                        <a:t>துணிநூல் துறை</a:t>
                      </a:r>
                      <a:endParaRPr lang="en-IN" sz="1200" u="none" strike="noStrike" kern="1200" dirty="0">
                        <a:solidFill>
                          <a:schemeClr val="dk1"/>
                        </a:solidFill>
                        <a:effectLst/>
                        <a:latin typeface="TAU-Marutham" pitchFamily="34" charset="0"/>
                        <a:ea typeface="+mn-ea"/>
                        <a:cs typeface="TAU-Marutham" pitchFamily="34" charset="0"/>
                      </a:endParaRPr>
                    </a:p>
                  </a:txBody>
                  <a:tcPr marL="1040" marR="1040" marT="1386" marB="0" anchor="ctr"/>
                </a:tc>
                <a:tc>
                  <a:txBody>
                    <a:bodyPr/>
                    <a:lstStyle/>
                    <a:p>
                      <a:r>
                        <a:rPr lang="en-US" sz="1200" u="none" strike="noStrike" kern="1200" dirty="0" err="1">
                          <a:solidFill>
                            <a:schemeClr val="dk1"/>
                          </a:solidFill>
                          <a:effectLst/>
                          <a:latin typeface="TAU-Marutham" pitchFamily="34" charset="0"/>
                          <a:ea typeface="+mn-ea"/>
                          <a:cs typeface="TAU-Marutham" pitchFamily="34" charset="0"/>
                        </a:rPr>
                        <a:t>ஆணையர்</a:t>
                      </a:r>
                      <a:r>
                        <a:rPr lang="en-US" sz="1200" u="none" strike="noStrike" kern="1200" dirty="0">
                          <a:solidFill>
                            <a:schemeClr val="dk1"/>
                          </a:solidFill>
                          <a:effectLst/>
                          <a:latin typeface="TAU-Marutham" pitchFamily="34" charset="0"/>
                          <a:ea typeface="+mn-ea"/>
                          <a:cs typeface="TAU-Marutham" pitchFamily="34" charset="0"/>
                        </a:rPr>
                        <a:t>, </a:t>
                      </a:r>
                      <a:r>
                        <a:rPr lang="ta-IN" sz="1200" u="none" strike="noStrike" dirty="0">
                          <a:effectLst/>
                          <a:latin typeface="TAU-Marutham" pitchFamily="34" charset="0"/>
                          <a:cs typeface="TAU-Marutham" pitchFamily="34" charset="0"/>
                        </a:rPr>
                        <a:t>துணிநூல் துறை</a:t>
                      </a:r>
                      <a:endParaRPr lang="en-IN" sz="1200" u="none" strike="noStrike" kern="1200" dirty="0">
                        <a:solidFill>
                          <a:schemeClr val="dk1"/>
                        </a:solidFill>
                        <a:effectLst/>
                        <a:latin typeface="TAU-Marutham" pitchFamily="34" charset="0"/>
                        <a:ea typeface="+mn-ea"/>
                        <a:cs typeface="TAU-Marutham" pitchFamily="34" charset="0"/>
                      </a:endParaRPr>
                    </a:p>
                  </a:txBody>
                  <a:tcPr marL="1040" marR="1040" marT="1386" marB="0" anchor="ctr"/>
                </a:tc>
                <a:extLst>
                  <a:ext uri="{0D108BD9-81ED-4DB2-BD59-A6C34878D82A}">
                    <a16:rowId xmlns="" xmlns:a16="http://schemas.microsoft.com/office/drawing/2014/main" val="338118120"/>
                  </a:ext>
                </a:extLst>
              </a:tr>
              <a:tr h="353111">
                <a:tc>
                  <a:txBody>
                    <a:bodyPr/>
                    <a:lstStyle/>
                    <a:p>
                      <a:pPr algn="ctr" fontAlgn="ctr"/>
                      <a:r>
                        <a:rPr lang="en-US" sz="1200" b="0" i="0" u="none" strike="noStrike" dirty="0">
                          <a:solidFill>
                            <a:srgbClr val="000000"/>
                          </a:solidFill>
                          <a:effectLst/>
                          <a:latin typeface="TAU-Marutham" pitchFamily="34" charset="0"/>
                          <a:cs typeface="TAU-Marutham" pitchFamily="34" charset="0"/>
                        </a:rPr>
                        <a:t>6</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வீட்டு வசதி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கூட்டுறவு சங்கங்களின் பதிவாளர் (வீட்டு வசதி)</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744577829"/>
                  </a:ext>
                </a:extLst>
              </a:tr>
              <a:tr h="353111">
                <a:tc>
                  <a:txBody>
                    <a:bodyPr/>
                    <a:lstStyle/>
                    <a:p>
                      <a:pPr algn="ctr" fontAlgn="ctr"/>
                      <a:r>
                        <a:rPr lang="en-US" sz="1200" b="0" i="0" u="none" strike="noStrike" dirty="0">
                          <a:solidFill>
                            <a:srgbClr val="000000"/>
                          </a:solidFill>
                          <a:effectLst/>
                          <a:latin typeface="TAU-Marutham" pitchFamily="34" charset="0"/>
                          <a:cs typeface="TAU-Marutham" pitchFamily="34" charset="0"/>
                        </a:rPr>
                        <a:t>7</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தொழில் வணிகத்துறை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தொழில் ஆணையர் மற்றும் தொழில் வணிகத்துறை இயக்குநர்</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034647141"/>
                  </a:ext>
                </a:extLst>
              </a:tr>
              <a:tr h="353111">
                <a:tc>
                  <a:txBody>
                    <a:bodyPr/>
                    <a:lstStyle/>
                    <a:p>
                      <a:pPr algn="ctr" fontAlgn="ctr"/>
                      <a:r>
                        <a:rPr lang="en-US" sz="1200" b="0" i="0" u="none" strike="noStrike" dirty="0">
                          <a:solidFill>
                            <a:srgbClr val="000000"/>
                          </a:solidFill>
                          <a:effectLst/>
                          <a:latin typeface="TAU-Marutham" pitchFamily="34" charset="0"/>
                          <a:cs typeface="TAU-Marutham" pitchFamily="34" charset="0"/>
                        </a:rPr>
                        <a:t>8</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தமிழ்நாடு கதர் மற்றும் குடிசை தொழில் வளர்ச்சி வாரியம்</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தலைமை செயல் அலுவலர், தமிழ்நாடு கதர் மற்றும் குடிசை தொழில் வளர்ச்சி வாரியம்</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452260142"/>
                  </a:ext>
                </a:extLst>
              </a:tr>
              <a:tr h="353111">
                <a:tc>
                  <a:txBody>
                    <a:bodyPr/>
                    <a:lstStyle/>
                    <a:p>
                      <a:pPr algn="ctr" fontAlgn="ctr"/>
                      <a:r>
                        <a:rPr lang="en-US" sz="1200" b="0" i="0" u="none" strike="noStrike" dirty="0">
                          <a:solidFill>
                            <a:srgbClr val="000000"/>
                          </a:solidFill>
                          <a:effectLst/>
                          <a:latin typeface="TAU-Marutham" pitchFamily="34" charset="0"/>
                          <a:cs typeface="TAU-Marutham" pitchFamily="34" charset="0"/>
                        </a:rPr>
                        <a:t>9</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கால்நடை பராமரிப்பு மற்றும் மருத்துவ பணிகள்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இயக்குநர், கால்நடை பராமரிப்பு மற்றும் மருத்துவ பணிகள்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282661096"/>
                  </a:ext>
                </a:extLst>
              </a:tr>
              <a:tr h="353111">
                <a:tc>
                  <a:txBody>
                    <a:bodyPr/>
                    <a:lstStyle/>
                    <a:p>
                      <a:pPr algn="ctr" fontAlgn="ctr"/>
                      <a:r>
                        <a:rPr lang="en-US" sz="1200" b="0" i="0" u="none" strike="noStrike" dirty="0">
                          <a:solidFill>
                            <a:srgbClr val="000000"/>
                          </a:solidFill>
                          <a:effectLst/>
                          <a:latin typeface="TAU-Marutham" pitchFamily="34" charset="0"/>
                          <a:cs typeface="TAU-Marutham" pitchFamily="34" charset="0"/>
                        </a:rPr>
                        <a:t>10</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தமிழ்நாடு பனைப் பொருள் வளர்ச்சி வாரிய</a:t>
                      </a:r>
                      <a:r>
                        <a:rPr lang="en-US" sz="1200" u="none" strike="noStrike" dirty="0" err="1">
                          <a:effectLst/>
                          <a:latin typeface="TAU-Marutham" pitchFamily="34" charset="0"/>
                          <a:cs typeface="TAU-Marutham" pitchFamily="34" charset="0"/>
                        </a:rPr>
                        <a:t>ம்</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தலைமை செயல் அலுவலர், தமிழ்நாடு பனைப் பொருள் வளர்ச்சி வாரியம்</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471840581"/>
                  </a:ext>
                </a:extLst>
              </a:tr>
              <a:tr h="282695">
                <a:tc>
                  <a:txBody>
                    <a:bodyPr/>
                    <a:lstStyle/>
                    <a:p>
                      <a:pPr algn="ctr" fontAlgn="ctr"/>
                      <a:r>
                        <a:rPr lang="en-US" sz="1200" b="0" i="0" u="none" strike="noStrike" dirty="0">
                          <a:solidFill>
                            <a:srgbClr val="000000"/>
                          </a:solidFill>
                          <a:effectLst/>
                          <a:latin typeface="TAU-Marutham" pitchFamily="34" charset="0"/>
                          <a:cs typeface="TAU-Marutham" pitchFamily="34" charset="0"/>
                        </a:rPr>
                        <a:t>11</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a:effectLst/>
                          <a:latin typeface="TAU-Marutham" pitchFamily="34" charset="0"/>
                          <a:cs typeface="TAU-Marutham" pitchFamily="34" charset="0"/>
                        </a:rPr>
                        <a:t> வேளாண்மைத்துறை</a:t>
                      </a:r>
                      <a:endParaRPr lang="ta-IN" sz="1200" b="0" i="0" u="none" strike="noStrike">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ஆணையர்,  வேளாண்மைத்துறை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114802860"/>
                  </a:ext>
                </a:extLst>
              </a:tr>
              <a:tr h="353111">
                <a:tc>
                  <a:txBody>
                    <a:bodyPr/>
                    <a:lstStyle/>
                    <a:p>
                      <a:pPr algn="ctr" fontAlgn="ctr"/>
                      <a:r>
                        <a:rPr lang="en-IN" sz="1200" u="none" strike="noStrike" dirty="0">
                          <a:effectLst/>
                          <a:latin typeface="TAU-Marutham" pitchFamily="34" charset="0"/>
                          <a:cs typeface="TAU-Marutham" pitchFamily="34" charset="0"/>
                        </a:rPr>
                        <a:t>12</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சமூக நலன் மற்றும் மகளிர் உரிமைத்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இயக்குநர், சமூக நலன் மற்றும் மகளிர் உரிமைத்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2876985965"/>
                  </a:ext>
                </a:extLst>
              </a:tr>
              <a:tr h="282695">
                <a:tc>
                  <a:txBody>
                    <a:bodyPr/>
                    <a:lstStyle/>
                    <a:p>
                      <a:pPr algn="ctr" fontAlgn="ctr"/>
                      <a:r>
                        <a:rPr lang="en-IN" sz="1200" u="none" strike="noStrike" dirty="0">
                          <a:effectLst/>
                          <a:latin typeface="TAU-Marutham" pitchFamily="34" charset="0"/>
                          <a:cs typeface="TAU-Marutham" pitchFamily="34" charset="0"/>
                        </a:rPr>
                        <a:t>13</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பட்டு வளர்ச்சி துறை </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இயக்குநர், பட்டு வளர்ச்சி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4000141050"/>
                  </a:ext>
                </a:extLst>
              </a:tr>
              <a:tr h="529000">
                <a:tc>
                  <a:txBody>
                    <a:bodyPr/>
                    <a:lstStyle/>
                    <a:p>
                      <a:pPr algn="ctr" fontAlgn="ctr"/>
                      <a:r>
                        <a:rPr lang="en-IN" sz="1200" u="none" strike="noStrike" dirty="0">
                          <a:effectLst/>
                          <a:latin typeface="TAU-Marutham" pitchFamily="34" charset="0"/>
                          <a:cs typeface="TAU-Marutham" pitchFamily="34" charset="0"/>
                        </a:rPr>
                        <a:t>14</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ஒருங்கிணைந்த குழந்தைகள் வளர்ச்சி </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திட்டப்</a:t>
                      </a:r>
                      <a:r>
                        <a:rPr lang="ta-IN" sz="1200" u="none" strike="noStrike" dirty="0">
                          <a:effectLst/>
                          <a:latin typeface="TAU-Marutham" pitchFamily="34" charset="0"/>
                          <a:cs typeface="TAU-Marutham" pitchFamily="34" charset="0"/>
                        </a:rPr>
                        <a:t>பணிகள்</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இயக்குநர் மற்றும் குழும இயக்குநர், ஒருங்கிணைந்த குழந்தைகள் வளர்ச்சி</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திட்டப்</a:t>
                      </a:r>
                      <a:r>
                        <a:rPr lang="ta-IN" sz="1200" u="none" strike="noStrike" dirty="0">
                          <a:effectLst/>
                          <a:latin typeface="TAU-Marutham" pitchFamily="34" charset="0"/>
                          <a:cs typeface="TAU-Marutham" pitchFamily="34" charset="0"/>
                        </a:rPr>
                        <a:t>பணிகள்</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574856860"/>
                  </a:ext>
                </a:extLst>
              </a:tr>
              <a:tr h="229555">
                <a:tc>
                  <a:txBody>
                    <a:bodyPr/>
                    <a:lstStyle/>
                    <a:p>
                      <a:pPr algn="ctr" fontAlgn="ctr"/>
                      <a:r>
                        <a:rPr lang="en-IN" sz="1200" u="none" strike="noStrike" dirty="0">
                          <a:effectLst/>
                          <a:latin typeface="TAU-Marutham" pitchFamily="34" charset="0"/>
                          <a:cs typeface="TAU-Marutham" pitchFamily="34" charset="0"/>
                        </a:rPr>
                        <a:t>15</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a:effectLst/>
                          <a:latin typeface="TAU-Marutham" pitchFamily="34" charset="0"/>
                          <a:cs typeface="TAU-Marutham" pitchFamily="34" charset="0"/>
                        </a:rPr>
                        <a:t>சர்க்கரைத் துறை </a:t>
                      </a:r>
                      <a:endParaRPr lang="ta-IN" sz="1200" b="0" i="0" u="none" strike="noStrike">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ஆணையர், சர்க்கரைத் துறை  </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962571945"/>
                  </a:ext>
                </a:extLst>
              </a:tr>
              <a:tr h="353111">
                <a:tc>
                  <a:txBody>
                    <a:bodyPr/>
                    <a:lstStyle/>
                    <a:p>
                      <a:pPr algn="ctr" fontAlgn="ctr"/>
                      <a:r>
                        <a:rPr lang="en-IN" sz="1200" u="none" strike="noStrike" dirty="0">
                          <a:effectLst/>
                          <a:latin typeface="TAU-Marutham" pitchFamily="34" charset="0"/>
                          <a:cs typeface="TAU-Marutham" pitchFamily="34" charset="0"/>
                        </a:rPr>
                        <a:t>16</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 ஊரக வளர்ச்சி பஞ்சாயத்து ராஜ்</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இயக்குநர், ஊரக வளர்ச்சி பஞ்சாயத்து ராஜ்</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793763465"/>
                  </a:ext>
                </a:extLst>
              </a:tr>
            </a:tbl>
          </a:graphicData>
        </a:graphic>
      </p:graphicFrame>
      <p:graphicFrame>
        <p:nvGraphicFramePr>
          <p:cNvPr id="9" name="Table 8">
            <a:extLst>
              <a:ext uri="{FF2B5EF4-FFF2-40B4-BE49-F238E27FC236}">
                <a16:creationId xmlns="" xmlns:a16="http://schemas.microsoft.com/office/drawing/2014/main" id="{066ED408-7D79-6CB9-9B63-D07C824E8CF8}"/>
              </a:ext>
            </a:extLst>
          </p:cNvPr>
          <p:cNvGraphicFramePr>
            <a:graphicFrameLocks noGrp="1"/>
          </p:cNvGraphicFramePr>
          <p:nvPr>
            <p:extLst>
              <p:ext uri="{D42A27DB-BD31-4B8C-83A1-F6EECF244321}">
                <p14:modId xmlns="" xmlns:p14="http://schemas.microsoft.com/office/powerpoint/2010/main" val="679622771"/>
              </p:ext>
            </p:extLst>
          </p:nvPr>
        </p:nvGraphicFramePr>
        <p:xfrm>
          <a:off x="467544" y="1"/>
          <a:ext cx="8064896" cy="857231"/>
        </p:xfrm>
        <a:graphic>
          <a:graphicData uri="http://schemas.openxmlformats.org/drawingml/2006/table">
            <a:tbl>
              <a:tblPr>
                <a:tableStyleId>{5C22544A-7EE6-4342-B048-85BDC9FD1C3A}</a:tableStyleId>
              </a:tblPr>
              <a:tblGrid>
                <a:gridCol w="8064896">
                  <a:extLst>
                    <a:ext uri="{9D8B030D-6E8A-4147-A177-3AD203B41FA5}">
                      <a16:colId xmlns="" xmlns:a16="http://schemas.microsoft.com/office/drawing/2014/main" val="1682065448"/>
                    </a:ext>
                  </a:extLst>
                </a:gridCol>
              </a:tblGrid>
              <a:tr h="857231">
                <a:tc>
                  <a:txBody>
                    <a:bodyPr/>
                    <a:lstStyle/>
                    <a:p>
                      <a:pPr algn="ctr" fontAlgn="ctr"/>
                      <a:r>
                        <a:rPr lang="ta-IN" sz="1700" b="1" u="none" strike="noStrike" dirty="0">
                          <a:effectLst/>
                          <a:latin typeface="TAU-Marutham" pitchFamily="34" charset="0"/>
                          <a:cs typeface="TAU-Marutham" pitchFamily="34" charset="0"/>
                        </a:rPr>
                        <a:t>1983-ம் ஆண்டு தமிழ்நாடு கூட்டுறவுச் சங்கங்கள் சட்டம் பிரிவு 3-ன் கீழ் பதிவாளர்களாக (</a:t>
                      </a:r>
                      <a:r>
                        <a:rPr lang="en-IN" sz="1700" b="1" u="none" strike="noStrike" dirty="0">
                          <a:effectLst/>
                          <a:latin typeface="TAU-Marutham" pitchFamily="34" charset="0"/>
                          <a:cs typeface="TAU-Marutham" pitchFamily="34" charset="0"/>
                        </a:rPr>
                        <a:t>Registrars) </a:t>
                      </a:r>
                      <a:r>
                        <a:rPr lang="ta-IN" sz="1700" b="1" u="none" strike="noStrike" dirty="0">
                          <a:effectLst/>
                          <a:latin typeface="TAU-Marutham" pitchFamily="34" charset="0"/>
                          <a:cs typeface="TAU-Marutham" pitchFamily="34" charset="0"/>
                        </a:rPr>
                        <a:t>நியமனம் செய்யப்பட்டுள்ள அரசு துறைத் தலைவர்கள்</a:t>
                      </a:r>
                      <a:endParaRPr lang="ta-IN" sz="1700" b="1" i="0" u="none" strike="noStrike" dirty="0">
                        <a:solidFill>
                          <a:srgbClr val="000000"/>
                        </a:solidFill>
                        <a:effectLst/>
                        <a:latin typeface="TAU-Marutham" pitchFamily="34" charset="0"/>
                        <a:cs typeface="TAU-Marutham" pitchFamily="34" charset="0"/>
                      </a:endParaRPr>
                    </a:p>
                  </a:txBody>
                  <a:tcPr marL="3115" marR="3115" marT="4153" marB="0" anchor="ctr"/>
                </a:tc>
                <a:extLst>
                  <a:ext uri="{0D108BD9-81ED-4DB2-BD59-A6C34878D82A}">
                    <a16:rowId xmlns="" xmlns:a16="http://schemas.microsoft.com/office/drawing/2014/main" val="3632615244"/>
                  </a:ext>
                </a:extLst>
              </a:tr>
            </a:tbl>
          </a:graphicData>
        </a:graphic>
      </p:graphicFrame>
      <p:sp>
        <p:nvSpPr>
          <p:cNvPr id="2" name="Slide Number Placeholder 1"/>
          <p:cNvSpPr>
            <a:spLocks noGrp="1"/>
          </p:cNvSpPr>
          <p:nvPr>
            <p:ph type="sldNum" sz="quarter" idx="12"/>
          </p:nvPr>
        </p:nvSpPr>
        <p:spPr/>
        <p:txBody>
          <a:bodyPr/>
          <a:lstStyle/>
          <a:p>
            <a:fld id="{22E57D70-481A-41F0-B50C-50BB8557EF28}" type="slidenum">
              <a:rPr lang="en-US" smtClean="0"/>
              <a:pPr/>
              <a:t>22</a:t>
            </a:fld>
            <a:endParaRPr lang="en-US" dirty="0"/>
          </a:p>
        </p:txBody>
      </p:sp>
    </p:spTree>
    <p:extLst>
      <p:ext uri="{BB962C8B-B14F-4D97-AF65-F5344CB8AC3E}">
        <p14:creationId xmlns="" xmlns:p14="http://schemas.microsoft.com/office/powerpoint/2010/main" val="1551557961"/>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68412"/>
          </a:xfrm>
        </p:spPr>
        <p:txBody>
          <a:bodyPr>
            <a:normAutofit fontScale="90000"/>
          </a:bodyPr>
          <a:lstStyle/>
          <a:p>
            <a:r>
              <a:rPr lang="en-IN" sz="3100" b="1" u="sng" dirty="0">
                <a:latin typeface="TAU-Marutham" pitchFamily="34" charset="0"/>
                <a:ea typeface="Calibri" pitchFamily="34" charset="0"/>
                <a:cs typeface="TAU-Marutham" pitchFamily="34" charset="0"/>
              </a:rPr>
              <a:t/>
            </a:r>
            <a:br>
              <a:rPr lang="en-IN" sz="3100" b="1" u="sng" dirty="0">
                <a:latin typeface="TAU-Marutham" pitchFamily="34" charset="0"/>
                <a:ea typeface="Calibri" pitchFamily="34" charset="0"/>
                <a:cs typeface="TAU-Marutham" pitchFamily="34" charset="0"/>
              </a:rPr>
            </a:br>
            <a:r>
              <a:rPr lang="en-IN" sz="3100" b="1" u="sng" dirty="0">
                <a:latin typeface="TAU-Marutham" pitchFamily="34" charset="0"/>
                <a:ea typeface="Calibri" pitchFamily="34" charset="0"/>
                <a:cs typeface="TAU-Marutham" pitchFamily="34" charset="0"/>
              </a:rPr>
              <a:t/>
            </a:r>
            <a:br>
              <a:rPr lang="en-IN" sz="3100" b="1" u="sng" dirty="0">
                <a:latin typeface="TAU-Marutham" pitchFamily="34" charset="0"/>
                <a:ea typeface="Calibri" pitchFamily="34" charset="0"/>
                <a:cs typeface="TAU-Marutham" pitchFamily="34" charset="0"/>
              </a:rPr>
            </a:br>
            <a:r>
              <a:rPr lang="en-IN" sz="3100" b="1" u="sng" dirty="0">
                <a:latin typeface="TAU-Marutham" pitchFamily="34" charset="0"/>
                <a:ea typeface="Calibri" pitchFamily="34" charset="0"/>
                <a:cs typeface="TAU-Marutham" pitchFamily="34" charset="0"/>
              </a:rPr>
              <a:t> </a:t>
            </a:r>
            <a:r>
              <a:rPr lang="en-IN" sz="3100" b="1" u="sng" dirty="0" err="1">
                <a:latin typeface="TAU-Marutham" pitchFamily="34" charset="0"/>
                <a:ea typeface="Calibri" pitchFamily="34" charset="0"/>
                <a:cs typeface="TAU-Marutham" pitchFamily="34" charset="0"/>
              </a:rPr>
              <a:t>மாவட்டத்</a:t>
            </a:r>
            <a:r>
              <a:rPr lang="en-IN" sz="3100" b="1" u="sng" dirty="0">
                <a:latin typeface="TAU-Marutham" pitchFamily="34" charset="0"/>
                <a:ea typeface="Calibri" pitchFamily="34" charset="0"/>
                <a:cs typeface="TAU-Marutham" pitchFamily="34" charset="0"/>
              </a:rPr>
              <a:t> </a:t>
            </a:r>
            <a:r>
              <a:rPr lang="en-IN" sz="3100" b="1" u="sng" dirty="0" err="1">
                <a:latin typeface="TAU-Marutham" pitchFamily="34" charset="0"/>
                <a:ea typeface="Calibri" pitchFamily="34" charset="0"/>
                <a:cs typeface="TAU-Marutham" pitchFamily="34" charset="0"/>
              </a:rPr>
              <a:t>தேர்தல்</a:t>
            </a:r>
            <a:r>
              <a:rPr lang="en-IN" sz="3100" b="1" u="sng" dirty="0">
                <a:latin typeface="TAU-Marutham" pitchFamily="34" charset="0"/>
                <a:ea typeface="Calibri" pitchFamily="34" charset="0"/>
                <a:cs typeface="TAU-Marutham" pitchFamily="34" charset="0"/>
              </a:rPr>
              <a:t> </a:t>
            </a:r>
            <a:r>
              <a:rPr lang="en-IN" sz="3100" b="1" u="sng" dirty="0" err="1">
                <a:latin typeface="TAU-Marutham" pitchFamily="34" charset="0"/>
                <a:ea typeface="Calibri" pitchFamily="34" charset="0"/>
                <a:cs typeface="TAU-Marutham" pitchFamily="34" charset="0"/>
              </a:rPr>
              <a:t>அலுவலர்கள்</a:t>
            </a:r>
            <a:r>
              <a:rPr lang="en-IN" sz="3100" b="1" u="sng" dirty="0">
                <a:latin typeface="TAU-Marutham" pitchFamily="34" charset="0"/>
                <a:ea typeface="Calibri" pitchFamily="34" charset="0"/>
                <a:cs typeface="TAU-Marutham" pitchFamily="34" charset="0"/>
              </a:rPr>
              <a:t> </a:t>
            </a:r>
            <a:r>
              <a:rPr lang="en-IN" sz="3100" b="1" u="sng" dirty="0" err="1">
                <a:latin typeface="TAU-Marutham" pitchFamily="34" charset="0"/>
                <a:ea typeface="Calibri" pitchFamily="34" charset="0"/>
                <a:cs typeface="TAU-Marutham" pitchFamily="34" charset="0"/>
              </a:rPr>
              <a:t>நியமனம்</a:t>
            </a:r>
            <a:r>
              <a:rPr lang="en-IN" sz="3100" b="1" u="sng" dirty="0">
                <a:latin typeface="TAU-Marutham" pitchFamily="34" charset="0"/>
                <a:ea typeface="Calibri" pitchFamily="34" charset="0"/>
                <a:cs typeface="TAU-Marutham" pitchFamily="34" charset="0"/>
              </a:rPr>
              <a:t/>
            </a:r>
            <a:br>
              <a:rPr lang="en-IN" sz="3100" b="1" u="sng" dirty="0">
                <a:latin typeface="TAU-Marutham" pitchFamily="34" charset="0"/>
                <a:ea typeface="Calibri" pitchFamily="34" charset="0"/>
                <a:cs typeface="TAU-Marutham" pitchFamily="34" charset="0"/>
              </a:rPr>
            </a:br>
            <a:r>
              <a:rPr lang="en-US" sz="2700" b="1" dirty="0" err="1">
                <a:solidFill>
                  <a:srgbClr val="0070C0"/>
                </a:solidFill>
                <a:latin typeface="TAU-Marutham" pitchFamily="34" charset="0"/>
                <a:ea typeface="Calibri" pitchFamily="34" charset="0"/>
                <a:cs typeface="TAU-Marutham" pitchFamily="34" charset="0"/>
              </a:rPr>
              <a:t>ஆணையர்</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அவர்களின்</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செயல்முறை</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ஆணை</a:t>
            </a:r>
            <a:r>
              <a:rPr lang="en-US" sz="2700" b="1" dirty="0">
                <a:solidFill>
                  <a:srgbClr val="0070C0"/>
                </a:solidFill>
                <a:latin typeface="TAU-Marutham" pitchFamily="34" charset="0"/>
                <a:ea typeface="Calibri" pitchFamily="34" charset="0"/>
                <a:cs typeface="TAU-Marutham" pitchFamily="34" charset="0"/>
              </a:rPr>
              <a:t>                 </a:t>
            </a:r>
            <a:r>
              <a:rPr lang="en-US" sz="2700" b="1" dirty="0" err="1">
                <a:solidFill>
                  <a:srgbClr val="0070C0"/>
                </a:solidFill>
                <a:latin typeface="TAU-Marutham" pitchFamily="34" charset="0"/>
                <a:ea typeface="Calibri" pitchFamily="34" charset="0"/>
                <a:cs typeface="TAU-Marutham" pitchFamily="34" charset="0"/>
              </a:rPr>
              <a:t>ந.க.எண்</a:t>
            </a:r>
            <a:r>
              <a:rPr lang="en-US" sz="2700" b="1" dirty="0">
                <a:solidFill>
                  <a:srgbClr val="0070C0"/>
                </a:solidFill>
                <a:latin typeface="TAU-Marutham" pitchFamily="34" charset="0"/>
                <a:ea typeface="Calibri" pitchFamily="34" charset="0"/>
                <a:cs typeface="TAU-Marutham" pitchFamily="34" charset="0"/>
              </a:rPr>
              <a:t> 875/2022/கூதே1(2),  </a:t>
            </a:r>
            <a:r>
              <a:rPr lang="en-US" sz="2700" b="1" dirty="0" err="1">
                <a:solidFill>
                  <a:srgbClr val="0070C0"/>
                </a:solidFill>
                <a:latin typeface="TAU-Marutham" pitchFamily="34" charset="0"/>
                <a:ea typeface="Calibri" pitchFamily="34" charset="0"/>
                <a:cs typeface="TAU-Marutham" pitchFamily="34" charset="0"/>
              </a:rPr>
              <a:t>நாள்</a:t>
            </a:r>
            <a:r>
              <a:rPr lang="en-US" sz="2700" b="1" dirty="0">
                <a:solidFill>
                  <a:srgbClr val="0070C0"/>
                </a:solidFill>
                <a:latin typeface="TAU-Marutham" pitchFamily="34" charset="0"/>
                <a:ea typeface="Calibri" pitchFamily="34" charset="0"/>
                <a:cs typeface="TAU-Marutham" pitchFamily="34" charset="0"/>
              </a:rPr>
              <a:t> 12.09.2022</a:t>
            </a:r>
            <a:r>
              <a:rPr lang="en-IN" sz="5300" b="1" dirty="0">
                <a:solidFill>
                  <a:srgbClr val="0070C0"/>
                </a:solidFill>
                <a:latin typeface="TAU-Marutham" pitchFamily="34" charset="0"/>
                <a:ea typeface="Calibri" pitchFamily="34" charset="0"/>
                <a:cs typeface="TAU-Marutham" pitchFamily="34" charset="0"/>
              </a:rPr>
              <a:t/>
            </a:r>
            <a:br>
              <a:rPr lang="en-IN" sz="5300" b="1" dirty="0">
                <a:solidFill>
                  <a:srgbClr val="0070C0"/>
                </a:solidFill>
                <a:latin typeface="TAU-Marutham" pitchFamily="34" charset="0"/>
                <a:ea typeface="Calibri" pitchFamily="34" charset="0"/>
                <a:cs typeface="TAU-Marutham" pitchFamily="34" charset="0"/>
              </a:rPr>
            </a:br>
            <a:endParaRPr lang="en-IN" dirty="0"/>
          </a:p>
        </p:txBody>
      </p:sp>
      <p:sp>
        <p:nvSpPr>
          <p:cNvPr id="3" name="Content Placeholder 2"/>
          <p:cNvSpPr>
            <a:spLocks noGrp="1"/>
          </p:cNvSpPr>
          <p:nvPr>
            <p:ph idx="1"/>
          </p:nvPr>
        </p:nvSpPr>
        <p:spPr>
          <a:xfrm>
            <a:off x="457200" y="1785926"/>
            <a:ext cx="8229600" cy="4340237"/>
          </a:xfrm>
        </p:spPr>
        <p:txBody>
          <a:bodyPr>
            <a:normAutofit fontScale="25000" lnSpcReduction="20000"/>
          </a:bodyPr>
          <a:lstStyle/>
          <a:p>
            <a:pPr algn="just">
              <a:buNone/>
            </a:pPr>
            <a:r>
              <a:rPr lang="en-US" sz="2200" dirty="0">
                <a:latin typeface="TAU-Marutham" pitchFamily="34" charset="0"/>
                <a:ea typeface="Calibri" pitchFamily="34" charset="0"/>
                <a:cs typeface="TAU-Marutham" pitchFamily="34" charset="0"/>
              </a:rPr>
              <a:t>    </a:t>
            </a:r>
          </a:p>
          <a:p>
            <a:pPr algn="just">
              <a:lnSpc>
                <a:spcPct val="170000"/>
              </a:lnSpc>
              <a:buFont typeface="Wingdings" pitchFamily="2" charset="2"/>
              <a:buChar char="Ø"/>
            </a:pPr>
            <a:r>
              <a:rPr lang="en-US" sz="7600" dirty="0" err="1">
                <a:latin typeface="TAU-Marutham" pitchFamily="34" charset="0"/>
                <a:ea typeface="Calibri" pitchFamily="34" charset="0"/>
                <a:cs typeface="TAU-Marutham" pitchFamily="34" charset="0"/>
              </a:rPr>
              <a:t>மேற்கூறிய</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செயல்முறை</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ஆணையில்</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கண்டுள்ளபடியான</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அலுவலர்கள்</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மாவட்ட</a:t>
            </a:r>
            <a:r>
              <a:rPr lang="en-US" sz="7600" dirty="0">
                <a:latin typeface="TAU-Marutham" pitchFamily="34" charset="0"/>
                <a:ea typeface="Calibri" pitchFamily="34" charset="0"/>
                <a:cs typeface="TAU-Marutham" pitchFamily="34" charset="0"/>
              </a:rPr>
              <a:t>/</a:t>
            </a:r>
            <a:r>
              <a:rPr lang="en-US" sz="7600" dirty="0" err="1">
                <a:latin typeface="TAU-Marutham" pitchFamily="34" charset="0"/>
                <a:ea typeface="Calibri" pitchFamily="34" charset="0"/>
                <a:cs typeface="TAU-Marutham" pitchFamily="34" charset="0"/>
              </a:rPr>
              <a:t>சரக</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அளவிலான</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கூட்டுறவுச்</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சங்கங்களுக்கு</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மாவட்ட</a:t>
            </a:r>
            <a:r>
              <a:rPr lang="en-US" sz="7600" dirty="0">
                <a:latin typeface="TAU-Marutham" pitchFamily="34" charset="0"/>
                <a:ea typeface="Calibri" pitchFamily="34" charset="0"/>
                <a:cs typeface="TAU-Marutham" pitchFamily="34" charset="0"/>
              </a:rPr>
              <a:t> தேர்தல் </a:t>
            </a:r>
            <a:r>
              <a:rPr lang="en-US" sz="7600" dirty="0" err="1">
                <a:latin typeface="TAU-Marutham" pitchFamily="34" charset="0"/>
                <a:ea typeface="Calibri" pitchFamily="34" charset="0"/>
                <a:cs typeface="TAU-Marutham" pitchFamily="34" charset="0"/>
              </a:rPr>
              <a:t>அலுவலர்களாக</a:t>
            </a:r>
            <a:r>
              <a:rPr lang="en-US" sz="7600" dirty="0">
                <a:latin typeface="TAU-Marutham" pitchFamily="34" charset="0"/>
                <a:ea typeface="Calibri" pitchFamily="34" charset="0"/>
                <a:cs typeface="TAU-Marutham" pitchFamily="34" charset="0"/>
              </a:rPr>
              <a:t> (District Election Officers) </a:t>
            </a:r>
            <a:r>
              <a:rPr lang="en-US" sz="7600" dirty="0" err="1">
                <a:latin typeface="TAU-Marutham" pitchFamily="34" charset="0"/>
                <a:ea typeface="Calibri" pitchFamily="34" charset="0"/>
                <a:cs typeface="TAU-Marutham" pitchFamily="34" charset="0"/>
              </a:rPr>
              <a:t>தமிழ்நாடு</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மாநில</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கூட்டுறவுச்</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சங்கங்களின்</a:t>
            </a:r>
            <a:r>
              <a:rPr lang="en-US" sz="7600" dirty="0">
                <a:latin typeface="TAU-Marutham" pitchFamily="34" charset="0"/>
                <a:ea typeface="Calibri" pitchFamily="34" charset="0"/>
                <a:cs typeface="TAU-Marutham" pitchFamily="34" charset="0"/>
              </a:rPr>
              <a:t> தேர்தல் </a:t>
            </a:r>
            <a:r>
              <a:rPr lang="en-US" sz="7600" dirty="0" err="1">
                <a:latin typeface="TAU-Marutham" pitchFamily="34" charset="0"/>
                <a:ea typeface="Calibri" pitchFamily="34" charset="0"/>
                <a:cs typeface="TAU-Marutham" pitchFamily="34" charset="0"/>
              </a:rPr>
              <a:t>ஆணையம்</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நியமனம்</a:t>
            </a:r>
            <a:r>
              <a:rPr lang="en-US" sz="7600" dirty="0">
                <a:latin typeface="TAU-Marutham" pitchFamily="34" charset="0"/>
                <a:ea typeface="Calibri" pitchFamily="34" charset="0"/>
                <a:cs typeface="TAU-Marutham" pitchFamily="34" charset="0"/>
              </a:rPr>
              <a:t> </a:t>
            </a:r>
            <a:r>
              <a:rPr lang="en-US" sz="7600" dirty="0" err="1">
                <a:latin typeface="TAU-Marutham" pitchFamily="34" charset="0"/>
                <a:ea typeface="Calibri" pitchFamily="34" charset="0"/>
                <a:cs typeface="TAU-Marutham" pitchFamily="34" charset="0"/>
              </a:rPr>
              <a:t>செய்துள்ளது</a:t>
            </a:r>
            <a:r>
              <a:rPr lang="en-US" sz="7600" dirty="0">
                <a:latin typeface="TAU-Marutham" pitchFamily="34" charset="0"/>
                <a:ea typeface="Calibri" pitchFamily="34" charset="0"/>
                <a:cs typeface="TAU-Marutham" pitchFamily="34" charset="0"/>
              </a:rPr>
              <a:t>.</a:t>
            </a:r>
          </a:p>
          <a:p>
            <a:pPr algn="just">
              <a:lnSpc>
                <a:spcPct val="170000"/>
              </a:lnSpc>
              <a:buFont typeface="Wingdings" pitchFamily="2" charset="2"/>
              <a:buChar char="Ø"/>
            </a:pPr>
            <a:r>
              <a:rPr lang="en-IN" sz="7600" dirty="0" err="1">
                <a:latin typeface="TAU-Marutham" pitchFamily="34" charset="0"/>
                <a:ea typeface="Calibri" pitchFamily="34" charset="0"/>
                <a:cs typeface="TAU-Marutham" pitchFamily="34" charset="0"/>
              </a:rPr>
              <a:t>புதிதாக</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உருவாக்கப்பட்ட</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மாவட்டங்களுக்கான</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மாவட்ட</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தேர்தல்</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அலுவலர்கள்</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நியமனம்</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பொறுத்த</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வரையில்</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ஏற்கனவே</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நடைமுறையில்</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இருந்த</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நிலையையே</a:t>
            </a:r>
            <a:r>
              <a:rPr lang="en-IN" sz="7600" dirty="0">
                <a:latin typeface="TAU-Marutham" pitchFamily="34" charset="0"/>
                <a:ea typeface="Calibri" pitchFamily="34" charset="0"/>
                <a:cs typeface="TAU-Marutham" pitchFamily="34" charset="0"/>
              </a:rPr>
              <a:t> </a:t>
            </a:r>
            <a:r>
              <a:rPr lang="en-IN" sz="7600" dirty="0" err="1">
                <a:latin typeface="TAU-Marutham" pitchFamily="34" charset="0"/>
                <a:ea typeface="Calibri" pitchFamily="34" charset="0"/>
                <a:cs typeface="TAU-Marutham" pitchFamily="34" charset="0"/>
              </a:rPr>
              <a:t>தொடரலாம்</a:t>
            </a:r>
            <a:r>
              <a:rPr lang="en-IN" sz="7600" dirty="0">
                <a:latin typeface="TAU-Marutham" pitchFamily="34" charset="0"/>
                <a:ea typeface="Calibri" pitchFamily="34" charset="0"/>
                <a:cs typeface="TAU-Marutham" pitchFamily="34" charset="0"/>
              </a:rPr>
              <a:t>.</a:t>
            </a:r>
          </a:p>
          <a:p>
            <a:pPr algn="just">
              <a:lnSpc>
                <a:spcPct val="150000"/>
              </a:lnSpc>
              <a:buNone/>
            </a:pPr>
            <a:endParaRPr lang="en-US" sz="2200" dirty="0">
              <a:latin typeface="TAU-Marutham" pitchFamily="34" charset="0"/>
              <a:ea typeface="Calibri" pitchFamily="34" charset="0"/>
              <a:cs typeface="TAU-Marutham" pitchFamily="34" charset="0"/>
            </a:endParaRPr>
          </a:p>
          <a:p>
            <a:pPr algn="just">
              <a:lnSpc>
                <a:spcPct val="150000"/>
              </a:lnSpc>
              <a:buNone/>
            </a:pPr>
            <a:endParaRPr lang="en-US" sz="2200" dirty="0">
              <a:latin typeface="TAU-Marutham" pitchFamily="34" charset="0"/>
              <a:ea typeface="Calibri" pitchFamily="34" charset="0"/>
              <a:cs typeface="TAU-Marutham" pitchFamily="34" charset="0"/>
            </a:endParaRPr>
          </a:p>
          <a:p>
            <a:pPr algn="just">
              <a:buNone/>
            </a:pPr>
            <a:r>
              <a:rPr lang="en-US" sz="2200" dirty="0">
                <a:latin typeface="TAU-Marutham" pitchFamily="34" charset="0"/>
                <a:ea typeface="Calibri" pitchFamily="34" charset="0"/>
                <a:cs typeface="TAU-Marutham" pitchFamily="34" charset="0"/>
              </a:rPr>
              <a:t>    </a:t>
            </a:r>
          </a:p>
          <a:p>
            <a:pPr algn="just">
              <a:buNone/>
            </a:pPr>
            <a:r>
              <a:rPr lang="en-US" sz="2200" dirty="0">
                <a:latin typeface="TAU-Marutham" pitchFamily="34" charset="0"/>
                <a:ea typeface="Calibri" pitchFamily="34" charset="0"/>
                <a:cs typeface="TAU-Marutham" pitchFamily="34" charset="0"/>
              </a:rPr>
              <a:t>    </a:t>
            </a:r>
            <a:endParaRPr lang="en-IN" sz="2200" dirty="0">
              <a:latin typeface="TAU-Marutham" pitchFamily="34" charset="0"/>
              <a:ea typeface="Calibri" pitchFamily="34" charset="0"/>
              <a:cs typeface="TAU-Marutham" pitchFamily="34" charset="0"/>
            </a:endParaRPr>
          </a:p>
          <a:p>
            <a:pPr>
              <a:buNone/>
            </a:pPr>
            <a:endParaRPr lang="en-IN" sz="2400" b="1" dirty="0">
              <a:solidFill>
                <a:srgbClr val="0070C0"/>
              </a:solidFill>
              <a:latin typeface="TAU-Marutham" pitchFamily="34" charset="0"/>
              <a:ea typeface="Calibri"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23</a:t>
            </a:fld>
            <a:endParaRPr lang="en-US"/>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 xmlns:a16="http://schemas.microsoft.com/office/drawing/2014/main" id="{32C3BC14-7EB0-F3A7-1377-2FFFE016E2ED}"/>
              </a:ext>
            </a:extLst>
          </p:cNvPr>
          <p:cNvSpPr>
            <a:spLocks noGrp="1"/>
          </p:cNvSpPr>
          <p:nvPr>
            <p:ph type="subTitle" idx="1"/>
          </p:nvPr>
        </p:nvSpPr>
        <p:spPr>
          <a:xfrm>
            <a:off x="1143000" y="2032000"/>
            <a:ext cx="6858000" cy="4826000"/>
          </a:xfrm>
        </p:spPr>
        <p:txBody>
          <a:bodyPr/>
          <a:lstStyle/>
          <a:p>
            <a:endParaRPr lang="en-IN" dirty="0"/>
          </a:p>
        </p:txBody>
      </p:sp>
      <p:graphicFrame>
        <p:nvGraphicFramePr>
          <p:cNvPr id="5" name="Table 4">
            <a:extLst>
              <a:ext uri="{FF2B5EF4-FFF2-40B4-BE49-F238E27FC236}">
                <a16:creationId xmlns="" xmlns:a16="http://schemas.microsoft.com/office/drawing/2014/main" id="{5DFF09D1-C6D3-1E0E-C27E-0F55F520E20C}"/>
              </a:ext>
            </a:extLst>
          </p:cNvPr>
          <p:cNvGraphicFramePr>
            <a:graphicFrameLocks noGrp="1"/>
          </p:cNvGraphicFramePr>
          <p:nvPr>
            <p:extLst>
              <p:ext uri="{D42A27DB-BD31-4B8C-83A1-F6EECF244321}">
                <p14:modId xmlns="" xmlns:p14="http://schemas.microsoft.com/office/powerpoint/2010/main" val="2463036053"/>
              </p:ext>
            </p:extLst>
          </p:nvPr>
        </p:nvGraphicFramePr>
        <p:xfrm>
          <a:off x="467546" y="332658"/>
          <a:ext cx="8350873" cy="6145453"/>
        </p:xfrm>
        <a:graphic>
          <a:graphicData uri="http://schemas.openxmlformats.org/drawingml/2006/table">
            <a:tbl>
              <a:tblPr>
                <a:tableStyleId>{5C22544A-7EE6-4342-B048-85BDC9FD1C3A}</a:tableStyleId>
              </a:tblPr>
              <a:tblGrid>
                <a:gridCol w="765167">
                  <a:extLst>
                    <a:ext uri="{9D8B030D-6E8A-4147-A177-3AD203B41FA5}">
                      <a16:colId xmlns="" xmlns:a16="http://schemas.microsoft.com/office/drawing/2014/main" val="4293572230"/>
                    </a:ext>
                  </a:extLst>
                </a:gridCol>
                <a:gridCol w="3759964">
                  <a:extLst>
                    <a:ext uri="{9D8B030D-6E8A-4147-A177-3AD203B41FA5}">
                      <a16:colId xmlns="" xmlns:a16="http://schemas.microsoft.com/office/drawing/2014/main" val="1866645738"/>
                    </a:ext>
                  </a:extLst>
                </a:gridCol>
                <a:gridCol w="3825742">
                  <a:extLst>
                    <a:ext uri="{9D8B030D-6E8A-4147-A177-3AD203B41FA5}">
                      <a16:colId xmlns="" xmlns:a16="http://schemas.microsoft.com/office/drawing/2014/main" val="1892466716"/>
                    </a:ext>
                  </a:extLst>
                </a:gridCol>
              </a:tblGrid>
              <a:tr h="562126">
                <a:tc>
                  <a:txBody>
                    <a:bodyPr/>
                    <a:lstStyle/>
                    <a:p>
                      <a:pPr algn="ctr" fontAlgn="ctr"/>
                      <a:r>
                        <a:rPr lang="ta-IN" sz="1200" b="1" u="none" strike="noStrike" dirty="0">
                          <a:effectLst/>
                          <a:latin typeface="TAU-Marutham" pitchFamily="34" charset="0"/>
                          <a:cs typeface="TAU-Marutham" pitchFamily="34" charset="0"/>
                        </a:rPr>
                        <a:t>வ.எண்</a:t>
                      </a:r>
                      <a:endParaRPr lang="ta-IN" sz="1200" b="1" i="0" u="none" strike="noStrike" dirty="0">
                        <a:solidFill>
                          <a:srgbClr val="000000"/>
                        </a:solidFill>
                        <a:effectLst/>
                        <a:latin typeface="TAU-Marutham" pitchFamily="34" charset="0"/>
                        <a:cs typeface="TAU-Marutham" pitchFamily="34" charset="0"/>
                      </a:endParaRPr>
                    </a:p>
                  </a:txBody>
                  <a:tcPr marL="1040" marR="1040" marT="1386" marB="0" anchor="ctr">
                    <a:lnB w="12700" cap="flat" cmpd="sng" algn="ctr">
                      <a:solidFill>
                        <a:schemeClr val="tx1"/>
                      </a:solidFill>
                      <a:prstDash val="solid"/>
                      <a:round/>
                      <a:headEnd type="none" w="med" len="med"/>
                      <a:tailEnd type="none" w="med" len="med"/>
                    </a:lnB>
                  </a:tcPr>
                </a:tc>
                <a:tc>
                  <a:txBody>
                    <a:bodyPr/>
                    <a:lstStyle/>
                    <a:p>
                      <a:pPr algn="ctr" fontAlgn="ctr"/>
                      <a:r>
                        <a:rPr lang="ta-IN" sz="1200" b="1" u="none" strike="noStrike" dirty="0">
                          <a:effectLst/>
                          <a:latin typeface="TAU-Marutham" pitchFamily="34" charset="0"/>
                          <a:cs typeface="TAU-Marutham" pitchFamily="34" charset="0"/>
                        </a:rPr>
                        <a:t>துறை</a:t>
                      </a:r>
                      <a:endParaRPr lang="ta-IN" sz="1200" b="1" i="0" u="none" strike="noStrike" dirty="0">
                        <a:solidFill>
                          <a:srgbClr val="000000"/>
                        </a:solidFill>
                        <a:effectLst/>
                        <a:latin typeface="TAU-Marutham" pitchFamily="34" charset="0"/>
                        <a:cs typeface="TAU-Marutham" pitchFamily="34" charset="0"/>
                      </a:endParaRPr>
                    </a:p>
                  </a:txBody>
                  <a:tcPr marL="1040" marR="1040" marT="1386" marB="0" anchor="ctr">
                    <a:lnB w="12700" cap="flat" cmpd="sng" algn="ctr">
                      <a:solidFill>
                        <a:schemeClr val="tx1"/>
                      </a:solidFill>
                      <a:prstDash val="solid"/>
                      <a:round/>
                      <a:headEnd type="none" w="med" len="med"/>
                      <a:tailEnd type="none" w="med" len="med"/>
                    </a:lnB>
                  </a:tcPr>
                </a:tc>
                <a:tc>
                  <a:txBody>
                    <a:bodyPr/>
                    <a:lstStyle/>
                    <a:p>
                      <a:pPr algn="ctr" fontAlgn="ctr"/>
                      <a:r>
                        <a:rPr lang="en-US" sz="1200" b="1" i="0" u="none" strike="noStrike" dirty="0" err="1">
                          <a:solidFill>
                            <a:srgbClr val="000000"/>
                          </a:solidFill>
                          <a:effectLst/>
                          <a:latin typeface="TAU-Marutham" pitchFamily="34" charset="0"/>
                          <a:cs typeface="TAU-Marutham" pitchFamily="34" charset="0"/>
                        </a:rPr>
                        <a:t>மாவட்ட</a:t>
                      </a:r>
                      <a:r>
                        <a:rPr lang="en-US" sz="1200" b="1" i="0" u="none" strike="noStrike" baseline="0" dirty="0">
                          <a:solidFill>
                            <a:srgbClr val="000000"/>
                          </a:solidFill>
                          <a:effectLst/>
                          <a:latin typeface="TAU-Marutham" pitchFamily="34" charset="0"/>
                          <a:cs typeface="TAU-Marutham" pitchFamily="34" charset="0"/>
                        </a:rPr>
                        <a:t> தேர்தல் </a:t>
                      </a:r>
                      <a:r>
                        <a:rPr lang="en-US" sz="1200" b="1" i="0" u="none" strike="noStrike" baseline="0" dirty="0" err="1">
                          <a:solidFill>
                            <a:srgbClr val="000000"/>
                          </a:solidFill>
                          <a:effectLst/>
                          <a:latin typeface="TAU-Marutham" pitchFamily="34" charset="0"/>
                          <a:cs typeface="TAU-Marutham" pitchFamily="34" charset="0"/>
                        </a:rPr>
                        <a:t>அலுவலர்களின்</a:t>
                      </a:r>
                      <a:r>
                        <a:rPr lang="en-US" sz="1200" b="1" i="0" u="none" strike="noStrike" baseline="0" dirty="0">
                          <a:solidFill>
                            <a:srgbClr val="000000"/>
                          </a:solidFill>
                          <a:effectLst/>
                          <a:latin typeface="TAU-Marutham" pitchFamily="34" charset="0"/>
                          <a:cs typeface="TAU-Marutham" pitchFamily="34" charset="0"/>
                        </a:rPr>
                        <a:t> (DEO) </a:t>
                      </a:r>
                      <a:r>
                        <a:rPr lang="en-US" sz="1200" b="1" i="0" u="none" strike="noStrike" baseline="0" dirty="0" err="1">
                          <a:solidFill>
                            <a:srgbClr val="000000"/>
                          </a:solidFill>
                          <a:effectLst/>
                          <a:latin typeface="TAU-Marutham" pitchFamily="34" charset="0"/>
                          <a:cs typeface="TAU-Marutham" pitchFamily="34" charset="0"/>
                        </a:rPr>
                        <a:t>எண்ணிக்கை</a:t>
                      </a:r>
                      <a:endParaRPr lang="en-IN" sz="1200" b="1" i="0" u="none" strike="noStrike" dirty="0">
                        <a:solidFill>
                          <a:srgbClr val="000000"/>
                        </a:solidFill>
                        <a:effectLst/>
                        <a:latin typeface="TAU-Marutham" pitchFamily="34" charset="0"/>
                        <a:cs typeface="TAU-Marutham" pitchFamily="34" charset="0"/>
                      </a:endParaRPr>
                    </a:p>
                  </a:txBody>
                  <a:tcPr marL="1040" marR="1040" marT="1386" marB="0" anchor="ctr">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820331631"/>
                  </a:ext>
                </a:extLst>
              </a:tr>
              <a:tr h="321354">
                <a:tc>
                  <a:txBody>
                    <a:bodyPr/>
                    <a:lstStyle/>
                    <a:p>
                      <a:pPr algn="ctr" fontAlgn="ctr"/>
                      <a:r>
                        <a:rPr lang="en-IN" sz="1200" u="none" strike="noStrike" dirty="0">
                          <a:effectLst/>
                          <a:latin typeface="TAU-Marutham" pitchFamily="34" charset="0"/>
                          <a:cs typeface="TAU-Marutham" pitchFamily="34" charset="0"/>
                        </a:rPr>
                        <a:t>1</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lnT w="12700" cap="flat" cmpd="sng" algn="ctr">
                      <a:solidFill>
                        <a:schemeClr val="tx1"/>
                      </a:solidFill>
                      <a:prstDash val="solid"/>
                      <a:round/>
                      <a:headEnd type="none" w="med" len="med"/>
                      <a:tailEnd type="none" w="med" len="med"/>
                    </a:lnT>
                  </a:tcPr>
                </a:tc>
                <a:tc>
                  <a:txBody>
                    <a:bodyPr/>
                    <a:lstStyle/>
                    <a:p>
                      <a:pPr algn="l" fontAlgn="ctr"/>
                      <a:r>
                        <a:rPr lang="ta-IN" sz="1200" u="none" strike="noStrike" dirty="0">
                          <a:effectLst/>
                          <a:latin typeface="TAU-Marutham" pitchFamily="34" charset="0"/>
                          <a:cs typeface="TAU-Marutham" pitchFamily="34" charset="0"/>
                        </a:rPr>
                        <a:t>கூட்டுறவுத்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lnT w="12700" cap="flat" cmpd="sng" algn="ctr">
                      <a:solidFill>
                        <a:schemeClr val="tx1"/>
                      </a:solidFill>
                      <a:prstDash val="solid"/>
                      <a:round/>
                      <a:headEnd type="none" w="med" len="med"/>
                      <a:tailEnd type="none" w="med" len="med"/>
                    </a:lnT>
                  </a:tcPr>
                </a:tc>
                <a:tc>
                  <a:txBody>
                    <a:bodyPr/>
                    <a:lstStyle/>
                    <a:p>
                      <a:pPr algn="ctr" fontAlgn="ctr"/>
                      <a:r>
                        <a:rPr lang="en-US" sz="1200" b="0" i="0" u="none" strike="noStrike" dirty="0">
                          <a:solidFill>
                            <a:srgbClr val="000000"/>
                          </a:solidFill>
                          <a:effectLst/>
                          <a:latin typeface="TAU-Marutham" pitchFamily="34" charset="0"/>
                          <a:cs typeface="TAU-Marutham" pitchFamily="34" charset="0"/>
                        </a:rPr>
                        <a:t>71</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lnT w="12700" cap="flat" cmpd="sng" algn="ctr">
                      <a:solidFill>
                        <a:schemeClr val="tx1"/>
                      </a:solidFill>
                      <a:prstDash val="solid"/>
                      <a:round/>
                      <a:headEnd type="none" w="med" len="med"/>
                      <a:tailEnd type="none" w="med" len="med"/>
                    </a:lnT>
                  </a:tcPr>
                </a:tc>
                <a:extLst>
                  <a:ext uri="{0D108BD9-81ED-4DB2-BD59-A6C34878D82A}">
                    <a16:rowId xmlns="" xmlns:a16="http://schemas.microsoft.com/office/drawing/2014/main" val="4279372441"/>
                  </a:ext>
                </a:extLst>
              </a:tr>
              <a:tr h="398612">
                <a:tc>
                  <a:txBody>
                    <a:bodyPr/>
                    <a:lstStyle/>
                    <a:p>
                      <a:pPr algn="ctr" fontAlgn="ctr"/>
                      <a:r>
                        <a:rPr lang="en-IN" sz="1200" u="none" strike="noStrike" dirty="0">
                          <a:effectLst/>
                          <a:latin typeface="TAU-Marutham" pitchFamily="34" charset="0"/>
                          <a:cs typeface="TAU-Marutham" pitchFamily="34" charset="0"/>
                        </a:rPr>
                        <a:t>2</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பா</a:t>
                      </a:r>
                      <a:r>
                        <a:rPr lang="en-US" sz="1200" u="none" strike="noStrike" dirty="0" err="1">
                          <a:effectLst/>
                          <a:latin typeface="TAU-Marutham" pitchFamily="34" charset="0"/>
                          <a:cs typeface="TAU-Marutham" pitchFamily="34" charset="0"/>
                        </a:rPr>
                        <a:t>லு</a:t>
                      </a:r>
                      <a:r>
                        <a:rPr lang="ta-IN" sz="1200" u="none" strike="noStrike" dirty="0">
                          <a:effectLst/>
                          <a:latin typeface="TAU-Marutham" pitchFamily="34" charset="0"/>
                          <a:cs typeface="TAU-Marutham" pitchFamily="34" charset="0"/>
                        </a:rPr>
                        <a:t>ற்பத்தி மற்றும் பால் பண்ணை மேம்பாட்டுத்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35</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4185075197"/>
                  </a:ext>
                </a:extLst>
              </a:tr>
              <a:tr h="321354">
                <a:tc>
                  <a:txBody>
                    <a:bodyPr/>
                    <a:lstStyle/>
                    <a:p>
                      <a:pPr algn="ctr" fontAlgn="ctr"/>
                      <a:r>
                        <a:rPr lang="en-IN" sz="1200" u="none" strike="noStrike" dirty="0">
                          <a:effectLst/>
                          <a:latin typeface="TAU-Marutham" pitchFamily="34" charset="0"/>
                          <a:cs typeface="TAU-Marutham" pitchFamily="34" charset="0"/>
                        </a:rPr>
                        <a:t>3</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மீன்வளம் மற்றும் மீனவர் நலத்துறை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46</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497162562"/>
                  </a:ext>
                </a:extLst>
              </a:tr>
              <a:tr h="321354">
                <a:tc>
                  <a:txBody>
                    <a:bodyPr/>
                    <a:lstStyle/>
                    <a:p>
                      <a:pPr algn="ctr" fontAlgn="ctr"/>
                      <a:r>
                        <a:rPr lang="en-US" sz="1200" b="0" i="0" u="none" strike="noStrike" dirty="0">
                          <a:solidFill>
                            <a:srgbClr val="000000"/>
                          </a:solidFill>
                          <a:effectLst/>
                          <a:latin typeface="TAU-Marutham" pitchFamily="34" charset="0"/>
                          <a:cs typeface="TAU-Marutham" pitchFamily="34" charset="0"/>
                        </a:rPr>
                        <a:t>4</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கைத்தறி</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20</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0004"/>
                  </a:ext>
                </a:extLst>
              </a:tr>
              <a:tr h="321354">
                <a:tc>
                  <a:txBody>
                    <a:bodyPr/>
                    <a:lstStyle/>
                    <a:p>
                      <a:pPr algn="ctr" fontAlgn="ctr"/>
                      <a:r>
                        <a:rPr lang="en-IN" sz="1200" u="none" strike="noStrike" dirty="0">
                          <a:effectLst/>
                          <a:latin typeface="TAU-Marutham" pitchFamily="34" charset="0"/>
                          <a:cs typeface="TAU-Marutham" pitchFamily="34" charset="0"/>
                        </a:rPr>
                        <a:t>5</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r>
                        <a:rPr lang="ta-IN" sz="1200" u="none" strike="noStrike" kern="1200" dirty="0">
                          <a:solidFill>
                            <a:schemeClr val="dk1"/>
                          </a:solidFill>
                          <a:effectLst/>
                          <a:latin typeface="TAU-Marutham" pitchFamily="34" charset="0"/>
                          <a:ea typeface="+mn-ea"/>
                          <a:cs typeface="TAU-Marutham" pitchFamily="34" charset="0"/>
                        </a:rPr>
                        <a:t>துணிநூல் துறை</a:t>
                      </a:r>
                      <a:endParaRPr lang="en-IN" sz="1200" u="none" strike="noStrike" kern="1200" dirty="0">
                        <a:solidFill>
                          <a:schemeClr val="dk1"/>
                        </a:solidFill>
                        <a:effectLst/>
                        <a:latin typeface="TAU-Marutham" pitchFamily="34" charset="0"/>
                        <a:ea typeface="+mn-ea"/>
                        <a:cs typeface="TAU-Marutham" pitchFamily="34" charset="0"/>
                      </a:endParaRPr>
                    </a:p>
                  </a:txBody>
                  <a:tcPr marL="1040" marR="1040" marT="1386" marB="0" anchor="ctr"/>
                </a:tc>
                <a:tc>
                  <a:txBody>
                    <a:bodyPr/>
                    <a:lstStyle/>
                    <a:p>
                      <a:pPr algn="ctr"/>
                      <a:r>
                        <a:rPr lang="en-US" sz="1200" u="none" strike="noStrike" kern="1200" dirty="0">
                          <a:solidFill>
                            <a:schemeClr val="dk1"/>
                          </a:solidFill>
                          <a:effectLst/>
                          <a:latin typeface="TAU-Marutham" pitchFamily="34" charset="0"/>
                          <a:ea typeface="+mn-ea"/>
                          <a:cs typeface="TAU-Marutham" pitchFamily="34" charset="0"/>
                        </a:rPr>
                        <a:t>4</a:t>
                      </a:r>
                      <a:endParaRPr lang="en-IN" sz="1200" u="none" strike="noStrike" kern="1200" dirty="0">
                        <a:solidFill>
                          <a:schemeClr val="dk1"/>
                        </a:solidFill>
                        <a:effectLst/>
                        <a:latin typeface="TAU-Marutham" pitchFamily="34" charset="0"/>
                        <a:ea typeface="+mn-ea"/>
                        <a:cs typeface="TAU-Marutham" pitchFamily="34" charset="0"/>
                      </a:endParaRPr>
                    </a:p>
                  </a:txBody>
                  <a:tcPr marL="1040" marR="1040" marT="1386" marB="0" anchor="ctr"/>
                </a:tc>
                <a:extLst>
                  <a:ext uri="{0D108BD9-81ED-4DB2-BD59-A6C34878D82A}">
                    <a16:rowId xmlns="" xmlns:a16="http://schemas.microsoft.com/office/drawing/2014/main" val="338118120"/>
                  </a:ext>
                </a:extLst>
              </a:tr>
              <a:tr h="321354">
                <a:tc>
                  <a:txBody>
                    <a:bodyPr/>
                    <a:lstStyle/>
                    <a:p>
                      <a:pPr algn="ctr" fontAlgn="ctr"/>
                      <a:r>
                        <a:rPr lang="en-US" sz="1200" b="0" i="0" u="none" strike="noStrike" dirty="0">
                          <a:solidFill>
                            <a:srgbClr val="000000"/>
                          </a:solidFill>
                          <a:effectLst/>
                          <a:latin typeface="TAU-Marutham" pitchFamily="34" charset="0"/>
                          <a:cs typeface="TAU-Marutham" pitchFamily="34" charset="0"/>
                        </a:rPr>
                        <a:t>6</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வீட்டு வசதி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11</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744577829"/>
                  </a:ext>
                </a:extLst>
              </a:tr>
              <a:tr h="398612">
                <a:tc>
                  <a:txBody>
                    <a:bodyPr/>
                    <a:lstStyle/>
                    <a:p>
                      <a:pPr algn="ctr" fontAlgn="ctr"/>
                      <a:r>
                        <a:rPr lang="en-US" sz="1200" b="0" i="0" u="none" strike="noStrike" dirty="0">
                          <a:solidFill>
                            <a:srgbClr val="000000"/>
                          </a:solidFill>
                          <a:effectLst/>
                          <a:latin typeface="TAU-Marutham" pitchFamily="34" charset="0"/>
                          <a:cs typeface="TAU-Marutham" pitchFamily="34" charset="0"/>
                        </a:rPr>
                        <a:t>7</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தொழில் வணிகத்துறை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38</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034647141"/>
                  </a:ext>
                </a:extLst>
              </a:tr>
              <a:tr h="398612">
                <a:tc>
                  <a:txBody>
                    <a:bodyPr/>
                    <a:lstStyle/>
                    <a:p>
                      <a:pPr algn="ctr" fontAlgn="ctr"/>
                      <a:r>
                        <a:rPr lang="en-US" sz="1200" b="0" i="0" u="none" strike="noStrike" dirty="0">
                          <a:solidFill>
                            <a:srgbClr val="000000"/>
                          </a:solidFill>
                          <a:effectLst/>
                          <a:latin typeface="TAU-Marutham" pitchFamily="34" charset="0"/>
                          <a:cs typeface="TAU-Marutham" pitchFamily="34" charset="0"/>
                        </a:rPr>
                        <a:t>8</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தமிழ்நாடு கதர் மற்றும் குடிசை தொழில் வளர்ச்சி வாரியம்</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18</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452260142"/>
                  </a:ext>
                </a:extLst>
              </a:tr>
              <a:tr h="384038">
                <a:tc>
                  <a:txBody>
                    <a:bodyPr/>
                    <a:lstStyle/>
                    <a:p>
                      <a:pPr algn="ctr" fontAlgn="ctr"/>
                      <a:r>
                        <a:rPr lang="en-US" sz="1200" b="0" i="0" u="none" strike="noStrike" dirty="0">
                          <a:solidFill>
                            <a:srgbClr val="000000"/>
                          </a:solidFill>
                          <a:effectLst/>
                          <a:latin typeface="TAU-Marutham" pitchFamily="34" charset="0"/>
                          <a:cs typeface="TAU-Marutham" pitchFamily="34" charset="0"/>
                        </a:rPr>
                        <a:t>9</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கால்நடை பராமரிப்பு மற்றும் மருத்துவ பணிகள்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71</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282661096"/>
                  </a:ext>
                </a:extLst>
              </a:tr>
              <a:tr h="398612">
                <a:tc>
                  <a:txBody>
                    <a:bodyPr/>
                    <a:lstStyle/>
                    <a:p>
                      <a:pPr algn="ctr" fontAlgn="ctr"/>
                      <a:r>
                        <a:rPr lang="en-US" sz="1200" b="0" i="0" u="none" strike="noStrike" dirty="0">
                          <a:solidFill>
                            <a:srgbClr val="000000"/>
                          </a:solidFill>
                          <a:effectLst/>
                          <a:latin typeface="TAU-Marutham" pitchFamily="34" charset="0"/>
                          <a:cs typeface="TAU-Marutham" pitchFamily="34" charset="0"/>
                        </a:rPr>
                        <a:t>10</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தமிழ்நாடு பனைப் பொருள் வளர்ச்சி வாரிய</a:t>
                      </a:r>
                      <a:r>
                        <a:rPr lang="en-US" sz="1200" u="none" strike="noStrike" dirty="0" err="1">
                          <a:effectLst/>
                          <a:latin typeface="TAU-Marutham" pitchFamily="34" charset="0"/>
                          <a:cs typeface="TAU-Marutham" pitchFamily="34" charset="0"/>
                        </a:rPr>
                        <a:t>ம்</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18</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471840581"/>
                  </a:ext>
                </a:extLst>
              </a:tr>
              <a:tr h="321354">
                <a:tc>
                  <a:txBody>
                    <a:bodyPr/>
                    <a:lstStyle/>
                    <a:p>
                      <a:pPr algn="ctr" fontAlgn="ctr"/>
                      <a:r>
                        <a:rPr lang="en-US" sz="1200" b="0" i="0" u="none" strike="noStrike" dirty="0">
                          <a:solidFill>
                            <a:srgbClr val="000000"/>
                          </a:solidFill>
                          <a:effectLst/>
                          <a:latin typeface="TAU-Marutham" pitchFamily="34" charset="0"/>
                          <a:cs typeface="TAU-Marutham" pitchFamily="34" charset="0"/>
                        </a:rPr>
                        <a:t>11</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 வேளாண்மைத்</a:t>
                      </a:r>
                      <a:r>
                        <a:rPr lang="en-US" sz="1200" u="none" strike="noStrike" dirty="0">
                          <a:effectLst/>
                          <a:latin typeface="TAU-Marutham" pitchFamily="34" charset="0"/>
                          <a:cs typeface="TAU-Marutham" pitchFamily="34" charset="0"/>
                        </a:rPr>
                        <a:t> </a:t>
                      </a:r>
                      <a:r>
                        <a:rPr lang="ta-IN" sz="1200" u="none" strike="noStrike" dirty="0">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31</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114802860"/>
                  </a:ext>
                </a:extLst>
              </a:tr>
              <a:tr h="398612">
                <a:tc>
                  <a:txBody>
                    <a:bodyPr/>
                    <a:lstStyle/>
                    <a:p>
                      <a:pPr algn="ctr" fontAlgn="ctr"/>
                      <a:r>
                        <a:rPr lang="en-IN" sz="1200" u="none" strike="noStrike" dirty="0">
                          <a:effectLst/>
                          <a:latin typeface="TAU-Marutham" pitchFamily="34" charset="0"/>
                          <a:cs typeface="TAU-Marutham" pitchFamily="34" charset="0"/>
                        </a:rPr>
                        <a:t>12</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சமூக நலன் மற்றும் மகளிர் உரிமைத் 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38</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2876985965"/>
                  </a:ext>
                </a:extLst>
              </a:tr>
              <a:tr h="321354">
                <a:tc>
                  <a:txBody>
                    <a:bodyPr/>
                    <a:lstStyle/>
                    <a:p>
                      <a:pPr algn="ctr" fontAlgn="ctr"/>
                      <a:r>
                        <a:rPr lang="en-IN" sz="1200" u="none" strike="noStrike" dirty="0">
                          <a:effectLst/>
                          <a:latin typeface="TAU-Marutham" pitchFamily="34" charset="0"/>
                          <a:cs typeface="TAU-Marutham" pitchFamily="34" charset="0"/>
                        </a:rPr>
                        <a:t>13</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பட்டு வளர்ச்சி துறை </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13</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4000141050"/>
                  </a:ext>
                </a:extLst>
              </a:tr>
              <a:tr h="398612">
                <a:tc>
                  <a:txBody>
                    <a:bodyPr/>
                    <a:lstStyle/>
                    <a:p>
                      <a:pPr algn="ctr" fontAlgn="ctr"/>
                      <a:r>
                        <a:rPr lang="en-IN" sz="1200" u="none" strike="noStrike" dirty="0">
                          <a:effectLst/>
                          <a:latin typeface="TAU-Marutham" pitchFamily="34" charset="0"/>
                          <a:cs typeface="TAU-Marutham" pitchFamily="34" charset="0"/>
                        </a:rPr>
                        <a:t>14</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ஒருங்கிணைந்த குழந்தைகள் வளர்ச்சி </a:t>
                      </a:r>
                      <a:r>
                        <a:rPr lang="en-US" sz="1200" u="none" strike="noStrike" dirty="0" err="1">
                          <a:effectLst/>
                          <a:latin typeface="TAU-Marutham" pitchFamily="34" charset="0"/>
                          <a:cs typeface="TAU-Marutham" pitchFamily="34" charset="0"/>
                        </a:rPr>
                        <a:t>திட்டப்</a:t>
                      </a:r>
                      <a:r>
                        <a:rPr lang="en-US" sz="1200" u="none" strike="noStrike" dirty="0">
                          <a:effectLst/>
                          <a:latin typeface="TAU-Marutham" pitchFamily="34" charset="0"/>
                          <a:cs typeface="TAU-Marutham" pitchFamily="34" charset="0"/>
                        </a:rPr>
                        <a:t> </a:t>
                      </a:r>
                      <a:r>
                        <a:rPr lang="ta-IN" sz="1200" u="none" strike="noStrike" dirty="0">
                          <a:effectLst/>
                          <a:latin typeface="TAU-Marutham" pitchFamily="34" charset="0"/>
                          <a:cs typeface="TAU-Marutham" pitchFamily="34" charset="0"/>
                        </a:rPr>
                        <a:t>பணிகள்</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20</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574856860"/>
                  </a:ext>
                </a:extLst>
              </a:tr>
              <a:tr h="260948">
                <a:tc>
                  <a:txBody>
                    <a:bodyPr/>
                    <a:lstStyle/>
                    <a:p>
                      <a:pPr algn="ctr" fontAlgn="ctr"/>
                      <a:r>
                        <a:rPr lang="en-IN" sz="1200" u="none" strike="noStrike" dirty="0">
                          <a:effectLst/>
                          <a:latin typeface="TAU-Marutham" pitchFamily="34" charset="0"/>
                          <a:cs typeface="TAU-Marutham" pitchFamily="34" charset="0"/>
                        </a:rPr>
                        <a:t>15</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சர்க்கரைத் துறை </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17</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3962571945"/>
                  </a:ext>
                </a:extLst>
              </a:tr>
              <a:tr h="297191">
                <a:tc>
                  <a:txBody>
                    <a:bodyPr/>
                    <a:lstStyle/>
                    <a:p>
                      <a:pPr algn="ctr" fontAlgn="ctr"/>
                      <a:r>
                        <a:rPr lang="en-IN" sz="1200" u="none" strike="noStrike" dirty="0">
                          <a:effectLst/>
                          <a:latin typeface="TAU-Marutham" pitchFamily="34" charset="0"/>
                          <a:cs typeface="TAU-Marutham" pitchFamily="34" charset="0"/>
                        </a:rPr>
                        <a:t>16</a:t>
                      </a:r>
                      <a:endParaRPr lang="en-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l" fontAlgn="ctr"/>
                      <a:r>
                        <a:rPr lang="ta-IN" sz="1200" u="none" strike="noStrike" dirty="0">
                          <a:effectLst/>
                          <a:latin typeface="TAU-Marutham" pitchFamily="34" charset="0"/>
                          <a:cs typeface="TAU-Marutham" pitchFamily="34" charset="0"/>
                        </a:rPr>
                        <a:t> ஊரக வளர்ச்சி பஞ்சாயத்து ராஜ்</a:t>
                      </a:r>
                      <a:r>
                        <a:rPr lang="en-US" sz="1200" u="none" strike="noStrike" dirty="0">
                          <a:effectLst/>
                          <a:latin typeface="TAU-Marutham" pitchFamily="34" charset="0"/>
                          <a:cs typeface="TAU-Marutham" pitchFamily="34" charset="0"/>
                        </a:rPr>
                        <a:t> </a:t>
                      </a:r>
                      <a:r>
                        <a:rPr lang="en-US" sz="1200" u="none" strike="noStrike" dirty="0" err="1">
                          <a:effectLst/>
                          <a:latin typeface="TAU-Marutham" pitchFamily="34" charset="0"/>
                          <a:cs typeface="TAU-Marutham" pitchFamily="34" charset="0"/>
                        </a:rPr>
                        <a:t>துறை</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tc>
                  <a:txBody>
                    <a:bodyPr/>
                    <a:lstStyle/>
                    <a:p>
                      <a:pPr algn="ctr" fontAlgn="ctr"/>
                      <a:r>
                        <a:rPr lang="en-US" sz="1200" b="0" i="0" u="none" strike="noStrike" dirty="0">
                          <a:solidFill>
                            <a:srgbClr val="000000"/>
                          </a:solidFill>
                          <a:effectLst/>
                          <a:latin typeface="TAU-Marutham" pitchFamily="34" charset="0"/>
                          <a:cs typeface="TAU-Marutham" pitchFamily="34" charset="0"/>
                        </a:rPr>
                        <a:t>13</a:t>
                      </a:r>
                      <a:endParaRPr lang="ta-IN" sz="1200" b="0" i="0" u="none" strike="noStrike" dirty="0">
                        <a:solidFill>
                          <a:srgbClr val="000000"/>
                        </a:solidFill>
                        <a:effectLst/>
                        <a:latin typeface="TAU-Marutham" pitchFamily="34" charset="0"/>
                        <a:cs typeface="TAU-Marutham" pitchFamily="34" charset="0"/>
                      </a:endParaRPr>
                    </a:p>
                  </a:txBody>
                  <a:tcPr marL="1040" marR="1040" marT="1386" marB="0" anchor="ctr"/>
                </a:tc>
                <a:extLst>
                  <a:ext uri="{0D108BD9-81ED-4DB2-BD59-A6C34878D82A}">
                    <a16:rowId xmlns="" xmlns:a16="http://schemas.microsoft.com/office/drawing/2014/main" val="1793763465"/>
                  </a:ext>
                </a:extLst>
              </a:tr>
            </a:tbl>
          </a:graphicData>
        </a:graphic>
      </p:graphicFrame>
      <p:sp>
        <p:nvSpPr>
          <p:cNvPr id="2" name="Slide Number Placeholder 1"/>
          <p:cNvSpPr>
            <a:spLocks noGrp="1"/>
          </p:cNvSpPr>
          <p:nvPr>
            <p:ph type="sldNum" sz="quarter" idx="12"/>
          </p:nvPr>
        </p:nvSpPr>
        <p:spPr/>
        <p:txBody>
          <a:bodyPr/>
          <a:lstStyle/>
          <a:p>
            <a:fld id="{22E57D70-481A-41F0-B50C-50BB8557EF28}" type="slidenum">
              <a:rPr lang="en-US" smtClean="0"/>
              <a:pPr/>
              <a:t>24</a:t>
            </a:fld>
            <a:endParaRPr lang="en-US"/>
          </a:p>
        </p:txBody>
      </p:sp>
    </p:spTree>
    <p:extLst>
      <p:ext uri="{BB962C8B-B14F-4D97-AF65-F5344CB8AC3E}">
        <p14:creationId xmlns="" xmlns:p14="http://schemas.microsoft.com/office/powerpoint/2010/main" val="155155796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a:bodyPr>
          <a:lstStyle/>
          <a:p>
            <a:pPr algn="ctr">
              <a:buNone/>
            </a:pP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தேர்தல்</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தொடர்பான</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பல்வேறு</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அலுவலர்களின்</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சட்டப்பூர்வ</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கடமைகளும்</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பொறுப்புகளும்</a:t>
            </a:r>
            <a:r>
              <a:rPr lang="en-IN" sz="2400" b="1" u="sng" dirty="0">
                <a:latin typeface="TAU-Marutham" pitchFamily="34" charset="0"/>
                <a:ea typeface="Calibri" pitchFamily="34" charset="0"/>
                <a:cs typeface="TAU-Marutham" pitchFamily="34" charset="0"/>
              </a:rPr>
              <a:t> - </a:t>
            </a:r>
            <a:r>
              <a:rPr lang="en-IN" sz="2400" b="1" u="sng" dirty="0" err="1">
                <a:latin typeface="TAU-Marutham" pitchFamily="34" charset="0"/>
                <a:ea typeface="Calibri" pitchFamily="34" charset="0"/>
                <a:cs typeface="TAU-Marutham" pitchFamily="34" charset="0"/>
              </a:rPr>
              <a:t>அறிவுரைகள்</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வழங்குதல்</a:t>
            </a:r>
            <a:endParaRPr lang="en-IN" sz="2400" b="1" u="sng" dirty="0">
              <a:latin typeface="TAU-Marutham" pitchFamily="34" charset="0"/>
              <a:ea typeface="Calibri" pitchFamily="34" charset="0"/>
              <a:cs typeface="TAU-Marutham" pitchFamily="34" charset="0"/>
            </a:endParaRPr>
          </a:p>
          <a:p>
            <a:pPr algn="ctr">
              <a:buNone/>
            </a:pPr>
            <a:r>
              <a:rPr lang="en-US" sz="2000" b="1" dirty="0" err="1">
                <a:solidFill>
                  <a:srgbClr val="0070C0"/>
                </a:solidFill>
                <a:latin typeface="TAU-Marutham" pitchFamily="34" charset="0"/>
                <a:ea typeface="Calibri" pitchFamily="34" charset="0"/>
                <a:cs typeface="TAU-Marutham" pitchFamily="34" charset="0"/>
              </a:rPr>
              <a:t>ஆணைய</a:t>
            </a:r>
            <a:r>
              <a:rPr lang="en-US" sz="2000" b="1" dirty="0">
                <a:solidFill>
                  <a:srgbClr val="0070C0"/>
                </a:solidFill>
                <a:latin typeface="TAU-Marutham" pitchFamily="34" charset="0"/>
                <a:ea typeface="Calibri"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சுற்றறிக்கை</a:t>
            </a:r>
            <a:r>
              <a:rPr lang="en-US" sz="2000" b="1" dirty="0">
                <a:solidFill>
                  <a:srgbClr val="0070C0"/>
                </a:solidFill>
                <a:latin typeface="TAU-Marutham" pitchFamily="34" charset="0"/>
                <a:ea typeface="Calibri"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ந.க.எண்</a:t>
            </a:r>
            <a:r>
              <a:rPr lang="en-US" sz="2000" b="1" dirty="0">
                <a:solidFill>
                  <a:srgbClr val="0070C0"/>
                </a:solidFill>
                <a:latin typeface="TAU-Marutham" pitchFamily="34" charset="0"/>
                <a:ea typeface="Calibri" pitchFamily="34" charset="0"/>
                <a:cs typeface="TAU-Marutham" pitchFamily="34" charset="0"/>
              </a:rPr>
              <a:t> 897/2022/கூதே5, </a:t>
            </a:r>
            <a:r>
              <a:rPr lang="en-US" sz="2000" b="1" dirty="0" smtClean="0">
                <a:solidFill>
                  <a:srgbClr val="0070C0"/>
                </a:solidFill>
                <a:latin typeface="TAU-Marutham" pitchFamily="34" charset="0"/>
                <a:ea typeface="Calibri" pitchFamily="34" charset="0"/>
                <a:cs typeface="TAU-Marutham" pitchFamily="34" charset="0"/>
              </a:rPr>
              <a:t>                       </a:t>
            </a:r>
            <a:r>
              <a:rPr lang="en-US" sz="2000" b="1" dirty="0" err="1" smtClean="0">
                <a:solidFill>
                  <a:srgbClr val="0070C0"/>
                </a:solidFill>
                <a:latin typeface="TAU-Marutham" pitchFamily="34" charset="0"/>
                <a:ea typeface="Calibri" pitchFamily="34" charset="0"/>
                <a:cs typeface="TAU-Marutham" pitchFamily="34" charset="0"/>
              </a:rPr>
              <a:t>நாள்</a:t>
            </a:r>
            <a:r>
              <a:rPr lang="en-US" sz="2000" b="1" dirty="0" smtClean="0">
                <a:solidFill>
                  <a:srgbClr val="0070C0"/>
                </a:solidFill>
                <a:latin typeface="TAU-Marutham" pitchFamily="34" charset="0"/>
                <a:ea typeface="Calibri" pitchFamily="34" charset="0"/>
                <a:cs typeface="TAU-Marutham" pitchFamily="34" charset="0"/>
              </a:rPr>
              <a:t> </a:t>
            </a:r>
            <a:r>
              <a:rPr lang="en-US" sz="2000" b="1" dirty="0">
                <a:solidFill>
                  <a:srgbClr val="0070C0"/>
                </a:solidFill>
                <a:latin typeface="TAU-Marutham" pitchFamily="34" charset="0"/>
                <a:ea typeface="Calibri" pitchFamily="34" charset="0"/>
                <a:cs typeface="TAU-Marutham" pitchFamily="34" charset="0"/>
              </a:rPr>
              <a:t>26.09.2022</a:t>
            </a:r>
            <a:r>
              <a:rPr lang="en-IN" sz="4800" b="1" dirty="0">
                <a:solidFill>
                  <a:srgbClr val="0070C0"/>
                </a:solidFill>
                <a:latin typeface="TAU-Marutham" pitchFamily="34" charset="0"/>
                <a:ea typeface="Calibri" pitchFamily="34" charset="0"/>
                <a:cs typeface="TAU-Marutham" pitchFamily="34" charset="0"/>
              </a:rPr>
              <a:t/>
            </a:r>
            <a:br>
              <a:rPr lang="en-IN" sz="4800" b="1" dirty="0">
                <a:solidFill>
                  <a:srgbClr val="0070C0"/>
                </a:solidFill>
                <a:latin typeface="TAU-Marutham" pitchFamily="34" charset="0"/>
                <a:ea typeface="Calibri" pitchFamily="34" charset="0"/>
                <a:cs typeface="TAU-Marutham" pitchFamily="34" charset="0"/>
              </a:rPr>
            </a:br>
            <a:endParaRPr lang="en-IN" sz="2400" b="1" u="sng" dirty="0">
              <a:latin typeface="TAU-Marutham" pitchFamily="34" charset="0"/>
              <a:ea typeface="Calibri" pitchFamily="34" charset="0"/>
              <a:cs typeface="TAU-Marutham" pitchFamily="34" charset="0"/>
            </a:endParaRPr>
          </a:p>
          <a:p>
            <a:pPr algn="just">
              <a:lnSpc>
                <a:spcPct val="150000"/>
              </a:lnSpc>
              <a:buNone/>
            </a:pP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மாநிலத்</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தேர்தல்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அலுவலர்கள்</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மாவட்ட</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தேர்தல்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அலுவலர்கள்</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மற்றும்</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பார்வையாளர்கள்</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தேர்தல்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அலுவலர்கள்</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தங்களுக்கு</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வழங்கப்பட்ட</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சட்டபூர்வ</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கடமைகளை</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ஆணையத்தால்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அறிவுறுத்திய</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வண்ணம்</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தவறாமல்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செயல்படுத்துவதை</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உறுதி</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செய்தல்</a:t>
            </a:r>
            <a:r>
              <a:rPr lang="en-IN" sz="2000" dirty="0">
                <a:latin typeface="TAU-Marutham" pitchFamily="34" charset="0"/>
                <a:ea typeface="Calibri" pitchFamily="34" charset="0"/>
                <a:cs typeface="TAU-Marutham" pitchFamily="34" charset="0"/>
              </a:rPr>
              <a:t> </a:t>
            </a:r>
            <a:r>
              <a:rPr lang="en-IN" sz="2000" dirty="0" err="1">
                <a:latin typeface="TAU-Marutham" pitchFamily="34" charset="0"/>
                <a:ea typeface="Calibri" pitchFamily="34" charset="0"/>
                <a:cs typeface="TAU-Marutham" pitchFamily="34" charset="0"/>
              </a:rPr>
              <a:t>வேண்டும்</a:t>
            </a:r>
            <a:r>
              <a:rPr lang="en-IN" sz="2000" dirty="0">
                <a:latin typeface="TAU-Marutham" pitchFamily="34" charset="0"/>
                <a:ea typeface="Calibri" pitchFamily="34" charset="0"/>
                <a:cs typeface="TAU-Marutham" pitchFamily="34" charset="0"/>
              </a:rPr>
              <a:t>.</a:t>
            </a:r>
            <a:endParaRPr lang="en-US" sz="2000" dirty="0">
              <a:latin typeface="TAU-Marutham" pitchFamily="34" charset="0"/>
              <a:ea typeface="Calibri" pitchFamily="34" charset="0"/>
              <a:cs typeface="TAU-Marutham" pitchFamily="34" charset="0"/>
            </a:endParaRPr>
          </a:p>
          <a:p>
            <a:pPr>
              <a:buNone/>
            </a:pPr>
            <a:endParaRPr lang="en-US" b="1" u="sng" dirty="0" err="1">
              <a:latin typeface="TAU-Marutham" pitchFamily="34" charset="0"/>
              <a:ea typeface="Calibri" pitchFamily="34" charset="0"/>
              <a:cs typeface="TAU-Marutham" pitchFamily="34" charset="0"/>
            </a:endParaRPr>
          </a:p>
        </p:txBody>
      </p:sp>
      <p:sp>
        <p:nvSpPr>
          <p:cNvPr id="2" name="Slide Number Placeholder 1"/>
          <p:cNvSpPr>
            <a:spLocks noGrp="1"/>
          </p:cNvSpPr>
          <p:nvPr>
            <p:ph type="sldNum" sz="quarter" idx="12"/>
          </p:nvPr>
        </p:nvSpPr>
        <p:spPr/>
        <p:txBody>
          <a:bodyPr/>
          <a:lstStyle/>
          <a:p>
            <a:fld id="{22E57D70-481A-41F0-B50C-50BB8557EF28}" type="slidenum">
              <a:rPr lang="en-US" smtClean="0"/>
              <a:pPr/>
              <a:t>25</a:t>
            </a:fld>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normAutofit/>
          </a:bodyPr>
          <a:lstStyle/>
          <a:p>
            <a:pPr lvl="0" algn="l"/>
            <a:r>
              <a:rPr lang="en-IN" sz="2400" b="1" dirty="0" err="1">
                <a:latin typeface="TAU-Marutham" pitchFamily="34" charset="0"/>
                <a:ea typeface="Calibri" pitchFamily="34" charset="0"/>
                <a:cs typeface="TAU-Marutham" pitchFamily="34" charset="0"/>
              </a:rPr>
              <a:t>ஒழுங்கு</a:t>
            </a:r>
            <a:r>
              <a:rPr lang="en-IN" sz="2400" b="1" dirty="0">
                <a:latin typeface="TAU-Marutham" pitchFamily="34" charset="0"/>
                <a:ea typeface="Calibri" pitchFamily="34" charset="0"/>
                <a:cs typeface="TAU-Marutham" pitchFamily="34" charset="0"/>
              </a:rPr>
              <a:t> </a:t>
            </a:r>
            <a:r>
              <a:rPr lang="en-IN" sz="2400" b="1" dirty="0" err="1">
                <a:latin typeface="TAU-Marutham" pitchFamily="34" charset="0"/>
                <a:ea typeface="Calibri" pitchFamily="34" charset="0"/>
                <a:cs typeface="TAU-Marutham" pitchFamily="34" charset="0"/>
              </a:rPr>
              <a:t>நடவடிக்கை</a:t>
            </a:r>
            <a:endParaRPr lang="en-IN" sz="2400" dirty="0"/>
          </a:p>
        </p:txBody>
      </p:sp>
      <p:sp>
        <p:nvSpPr>
          <p:cNvPr id="3" name="Content Placeholder 2"/>
          <p:cNvSpPr>
            <a:spLocks noGrp="1"/>
          </p:cNvSpPr>
          <p:nvPr>
            <p:ph idx="1"/>
          </p:nvPr>
        </p:nvSpPr>
        <p:spPr>
          <a:xfrm>
            <a:off x="457200" y="1000108"/>
            <a:ext cx="8043890" cy="5126055"/>
          </a:xfrm>
        </p:spPr>
        <p:txBody>
          <a:bodyPr>
            <a:normAutofit fontScale="92500" lnSpcReduction="10000"/>
          </a:bodyPr>
          <a:lstStyle/>
          <a:p>
            <a:pPr lvl="0" algn="just">
              <a:lnSpc>
                <a:spcPct val="150000"/>
              </a:lnSpc>
              <a:buFont typeface="Wingdings" pitchFamily="2" charset="2"/>
              <a:buChar char="Ø"/>
            </a:pPr>
            <a:r>
              <a:rPr lang="en-US" sz="2000" dirty="0">
                <a:latin typeface="TAU-Marutham" pitchFamily="34" charset="0"/>
                <a:ea typeface="Calibri" pitchFamily="34" charset="0"/>
                <a:cs typeface="TAU-Marutham" pitchFamily="34" charset="0"/>
              </a:rPr>
              <a:t> தேர்தல் </a:t>
            </a:r>
            <a:r>
              <a:rPr lang="en-US" sz="2000" dirty="0" err="1">
                <a:latin typeface="TAU-Marutham" pitchFamily="34" charset="0"/>
                <a:ea typeface="Calibri" pitchFamily="34" charset="0"/>
                <a:cs typeface="TAU-Marutham" pitchFamily="34" charset="0"/>
              </a:rPr>
              <a:t>பணிகள்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தொடர்பான</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தங்களுக்கேற்பட்ட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சட்டபூர்வ</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கடமைகளை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செய்ய</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மறுக்கும்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செய்யத்தவறும்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செய்யாமலிருக்கும்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தவறுதலாகச்</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செய்யும்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அலுவலர்கள்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மீது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ஒழுங்கு</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நடவடிக்கையும்</a:t>
            </a:r>
            <a:r>
              <a:rPr lang="en-US" sz="2000" dirty="0">
                <a:latin typeface="TAU-Marutham" pitchFamily="34" charset="0"/>
                <a:ea typeface="Calibri" pitchFamily="34" charset="0"/>
                <a:cs typeface="TAU-Marutham" pitchFamily="34" charset="0"/>
              </a:rPr>
              <a:t> (Disciplinary action) </a:t>
            </a:r>
            <a:r>
              <a:rPr lang="en-US" sz="2000" dirty="0" err="1">
                <a:latin typeface="TAU-Marutham" pitchFamily="34" charset="0"/>
                <a:ea typeface="Calibri" pitchFamily="34" charset="0"/>
                <a:cs typeface="TAU-Marutham" pitchFamily="34" charset="0"/>
              </a:rPr>
              <a:t>மற்றும்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குற்றச்</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செய்கைகள்</a:t>
            </a:r>
            <a:r>
              <a:rPr lang="en-US" sz="2000" dirty="0">
                <a:latin typeface="TAU-Marutham" pitchFamily="34" charset="0"/>
                <a:ea typeface="Calibri" pitchFamily="34" charset="0"/>
                <a:cs typeface="TAU-Marutham" pitchFamily="34" charset="0"/>
              </a:rPr>
              <a:t> (Criminal offences) </a:t>
            </a:r>
            <a:r>
              <a:rPr lang="en-US" sz="2000" dirty="0" err="1">
                <a:latin typeface="TAU-Marutham" pitchFamily="34" charset="0"/>
                <a:ea typeface="Calibri" pitchFamily="34" charset="0"/>
                <a:cs typeface="TAU-Marutham" pitchFamily="34" charset="0"/>
              </a:rPr>
              <a:t>மேற்கொள்ளப்பட்டதாக</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முதன்</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நோக்கில்</a:t>
            </a:r>
            <a:r>
              <a:rPr lang="en-US" sz="2000" dirty="0">
                <a:latin typeface="TAU-Marutham" pitchFamily="34" charset="0"/>
                <a:ea typeface="Calibri" pitchFamily="34" charset="0"/>
                <a:cs typeface="TAU-Marutham" pitchFamily="34" charset="0"/>
              </a:rPr>
              <a:t> (Prima facie)                 </a:t>
            </a:r>
            <a:r>
              <a:rPr lang="en-US" sz="2000" dirty="0" err="1">
                <a:latin typeface="TAU-Marutham" pitchFamily="34" charset="0"/>
                <a:ea typeface="Calibri" pitchFamily="34" charset="0"/>
                <a:cs typeface="TAU-Marutham" pitchFamily="34" charset="0"/>
              </a:rPr>
              <a:t>தெரியவரும்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நிலையில்</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இந்திய</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தண்டனைச்</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சட்டத்தின்</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கீழ்</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குற்றவியல்</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நடவடிக்கையும்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மேற்கொள்வது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குறித்து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பரிசீலித்து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குற்ற</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செய்கைகளின்</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அளவினையும்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தன்மையையும்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வகைப்பாட்டினையும்</a:t>
            </a:r>
            <a:r>
              <a:rPr lang="en-US" sz="2000" dirty="0">
                <a:latin typeface="TAU-Marutham" pitchFamily="34" charset="0"/>
                <a:ea typeface="Calibri" pitchFamily="34" charset="0"/>
                <a:cs typeface="TAU-Marutham" pitchFamily="34" charset="0"/>
              </a:rPr>
              <a:t> (Extent, gravity, classification) </a:t>
            </a:r>
            <a:r>
              <a:rPr lang="en-US" sz="2000" dirty="0" err="1">
                <a:latin typeface="TAU-Marutham" pitchFamily="34" charset="0"/>
                <a:ea typeface="Calibri" pitchFamily="34" charset="0"/>
                <a:cs typeface="TAU-Marutham" pitchFamily="34" charset="0"/>
              </a:rPr>
              <a:t>கருத்திற்கொண்டு</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அதற்கேற்ற</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ஒழுங்கு</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நடவடிக்கைகள்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எவ்விதத்</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தயக்கமுமின்றியும்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விருப்புவெறுப்புமின்றியும்</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உடனடியாக</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மேற்கொள்ள</a:t>
            </a:r>
            <a:r>
              <a:rPr lang="en-US" sz="2000" dirty="0">
                <a:latin typeface="TAU-Marutham" pitchFamily="34" charset="0"/>
                <a:ea typeface="Calibri" pitchFamily="34" charset="0"/>
                <a:cs typeface="TAU-Marutham" pitchFamily="34" charset="0"/>
              </a:rPr>
              <a:t> </a:t>
            </a:r>
            <a:r>
              <a:rPr lang="en-US" sz="2000" dirty="0" err="1">
                <a:latin typeface="TAU-Marutham" pitchFamily="34" charset="0"/>
                <a:ea typeface="Calibri" pitchFamily="34" charset="0"/>
                <a:cs typeface="TAU-Marutham" pitchFamily="34" charset="0"/>
              </a:rPr>
              <a:t>அறிவுறுத்தப்படுகிறது</a:t>
            </a:r>
            <a:r>
              <a:rPr lang="en-US" sz="2000" dirty="0">
                <a:latin typeface="TAU-Marutham" pitchFamily="34" charset="0"/>
                <a:ea typeface="Calibri" pitchFamily="34" charset="0"/>
                <a:cs typeface="TAU-Marutham" pitchFamily="34" charset="0"/>
              </a:rPr>
              <a:t>.  </a:t>
            </a:r>
            <a:endParaRPr lang="en-US" sz="2000" dirty="0">
              <a:latin typeface="Arial" pitchFamily="34" charset="0"/>
              <a:cs typeface="Arial" pitchFamily="34" charset="0"/>
            </a:endParaRPr>
          </a:p>
          <a:p>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26</a:t>
            </a:fld>
            <a:endParaRPr lang="en-US"/>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sz="2700" b="1" dirty="0">
                <a:latin typeface="TAU-Marutham" pitchFamily="34" charset="0"/>
                <a:cs typeface="TAU-Marutham" pitchFamily="34" charset="0"/>
              </a:rPr>
              <a:t/>
            </a:r>
            <a:br>
              <a:rPr lang="en-US" sz="2700" b="1" dirty="0">
                <a:latin typeface="TAU-Marutham" pitchFamily="34" charset="0"/>
                <a:cs typeface="TAU-Marutham" pitchFamily="34" charset="0"/>
              </a:rPr>
            </a:br>
            <a:r>
              <a:rPr lang="en-US" sz="2700" b="1" dirty="0">
                <a:latin typeface="TAU-Marutham" pitchFamily="34" charset="0"/>
                <a:cs typeface="TAU-Marutham" pitchFamily="34" charset="0"/>
              </a:rPr>
              <a:t/>
            </a:r>
            <a:br>
              <a:rPr lang="en-US" sz="2700" b="1" dirty="0">
                <a:latin typeface="TAU-Marutham" pitchFamily="34" charset="0"/>
                <a:cs typeface="TAU-Marutham" pitchFamily="34" charset="0"/>
              </a:rPr>
            </a:br>
            <a:r>
              <a:rPr lang="en-US" sz="2200" b="1" dirty="0" err="1">
                <a:latin typeface="TAU-Marutham" pitchFamily="34" charset="0"/>
                <a:cs typeface="TAU-Marutham" pitchFamily="34" charset="0"/>
              </a:rPr>
              <a:t>மேலே</a:t>
            </a:r>
            <a:r>
              <a:rPr lang="en-US" sz="2200" b="1" dirty="0">
                <a:latin typeface="TAU-Marutham" pitchFamily="34" charset="0"/>
                <a:cs typeface="TAU-Marutham" pitchFamily="34" charset="0"/>
              </a:rPr>
              <a:t> </a:t>
            </a:r>
            <a:r>
              <a:rPr lang="en-US" sz="2200" b="1" dirty="0" err="1">
                <a:latin typeface="TAU-Marutham" pitchFamily="34" charset="0"/>
                <a:cs typeface="TAU-Marutham" pitchFamily="34" charset="0"/>
              </a:rPr>
              <a:t>சொல்லப்பட்டபடியான</a:t>
            </a:r>
            <a:r>
              <a:rPr lang="en-US" sz="2200" b="1" dirty="0">
                <a:latin typeface="TAU-Marutham" pitchFamily="34" charset="0"/>
                <a:cs typeface="TAU-Marutham" pitchFamily="34" charset="0"/>
              </a:rPr>
              <a:t> </a:t>
            </a:r>
            <a:r>
              <a:rPr lang="en-US" sz="2200" b="1" dirty="0" err="1">
                <a:latin typeface="TAU-Marutham" pitchFamily="34" charset="0"/>
                <a:cs typeface="TAU-Marutham" pitchFamily="34" charset="0"/>
              </a:rPr>
              <a:t>ஒழுங்கு</a:t>
            </a:r>
            <a:r>
              <a:rPr lang="en-US" sz="2200" b="1" dirty="0">
                <a:latin typeface="TAU-Marutham" pitchFamily="34" charset="0"/>
                <a:cs typeface="TAU-Marutham" pitchFamily="34" charset="0"/>
              </a:rPr>
              <a:t> </a:t>
            </a:r>
            <a:r>
              <a:rPr lang="en-US" sz="2200" b="1" dirty="0" err="1">
                <a:latin typeface="TAU-Marutham" pitchFamily="34" charset="0"/>
                <a:cs typeface="TAU-Marutham" pitchFamily="34" charset="0"/>
              </a:rPr>
              <a:t>நடவடிக்கைகள்</a:t>
            </a:r>
            <a:r>
              <a:rPr lang="en-US" sz="2200" b="1" dirty="0">
                <a:latin typeface="TAU-Marutham" pitchFamily="34" charset="0"/>
                <a:cs typeface="TAU-Marutham" pitchFamily="34" charset="0"/>
              </a:rPr>
              <a:t> </a:t>
            </a:r>
            <a:r>
              <a:rPr lang="en-US" sz="2200" b="1" dirty="0" err="1">
                <a:latin typeface="TAU-Marutham" pitchFamily="34" charset="0"/>
                <a:cs typeface="TAU-Marutham" pitchFamily="34" charset="0"/>
              </a:rPr>
              <a:t>தொடர்பான</a:t>
            </a:r>
            <a:r>
              <a:rPr lang="en-US" sz="2200" b="1" dirty="0">
                <a:latin typeface="TAU-Marutham" pitchFamily="34" charset="0"/>
                <a:cs typeface="TAU-Marutham" pitchFamily="34" charset="0"/>
              </a:rPr>
              <a:t> </a:t>
            </a:r>
            <a:r>
              <a:rPr lang="en-US" sz="2200" b="1" dirty="0" err="1">
                <a:latin typeface="TAU-Marutham" pitchFamily="34" charset="0"/>
                <a:cs typeface="TAU-Marutham" pitchFamily="34" charset="0"/>
              </a:rPr>
              <a:t>முறைகேடுகளை</a:t>
            </a:r>
            <a:r>
              <a:rPr lang="en-US" sz="2200" b="1" dirty="0">
                <a:latin typeface="TAU-Marutham" pitchFamily="34" charset="0"/>
                <a:cs typeface="TAU-Marutham" pitchFamily="34" charset="0"/>
              </a:rPr>
              <a:t> </a:t>
            </a:r>
            <a:r>
              <a:rPr lang="en-US" sz="2200" b="1" dirty="0" err="1">
                <a:latin typeface="TAU-Marutham" pitchFamily="34" charset="0"/>
                <a:cs typeface="TAU-Marutham" pitchFamily="34" charset="0"/>
              </a:rPr>
              <a:t>கீழ்கண்டவாறு</a:t>
            </a:r>
            <a:r>
              <a:rPr lang="en-US" sz="2200" b="1" dirty="0">
                <a:latin typeface="TAU-Marutham" pitchFamily="34" charset="0"/>
                <a:cs typeface="TAU-Marutham" pitchFamily="34" charset="0"/>
              </a:rPr>
              <a:t> </a:t>
            </a:r>
            <a:r>
              <a:rPr lang="en-US" sz="2200" b="1" dirty="0" err="1">
                <a:latin typeface="TAU-Marutham" pitchFamily="34" charset="0"/>
                <a:cs typeface="TAU-Marutham" pitchFamily="34" charset="0"/>
              </a:rPr>
              <a:t>வகைப்படுத்தலாம்</a:t>
            </a:r>
            <a:r>
              <a:rPr lang="en-US" sz="2200" b="1" dirty="0">
                <a:latin typeface="TAU-Marutham" pitchFamily="34" charset="0"/>
                <a:cs typeface="TAU-Marutham" pitchFamily="34" charset="0"/>
              </a:rPr>
              <a:t>:</a:t>
            </a:r>
            <a:r>
              <a:rPr lang="en-IN" dirty="0"/>
              <a:t/>
            </a:r>
            <a:br>
              <a:rPr lang="en-IN" dirty="0"/>
            </a:br>
            <a:endParaRPr lang="en-IN" dirty="0"/>
          </a:p>
        </p:txBody>
      </p:sp>
      <p:sp>
        <p:nvSpPr>
          <p:cNvPr id="3" name="Content Placeholder 2"/>
          <p:cNvSpPr>
            <a:spLocks noGrp="1"/>
          </p:cNvSpPr>
          <p:nvPr>
            <p:ph idx="1"/>
          </p:nvPr>
        </p:nvSpPr>
        <p:spPr>
          <a:xfrm>
            <a:off x="457200" y="1600200"/>
            <a:ext cx="8229600" cy="4853136"/>
          </a:xfrm>
        </p:spPr>
        <p:txBody>
          <a:bodyPr>
            <a:normAutofit fontScale="25000" lnSpcReduction="20000"/>
          </a:bodyPr>
          <a:lstStyle/>
          <a:p>
            <a:pPr lvl="0" algn="just">
              <a:lnSpc>
                <a:spcPct val="150000"/>
              </a:lnSpc>
              <a:buFont typeface="Wingdings" pitchFamily="2" charset="2"/>
              <a:buChar char="Ø"/>
            </a:pPr>
            <a:r>
              <a:rPr lang="en-US" sz="7000" dirty="0" err="1">
                <a:latin typeface="TAU-Marutham" pitchFamily="34" charset="0"/>
                <a:ea typeface="+mj-ea"/>
                <a:cs typeface="TAU-Marutham" pitchFamily="34" charset="0"/>
              </a:rPr>
              <a:t>கடமை</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தவறிய</a:t>
            </a:r>
            <a:r>
              <a:rPr lang="en-US" sz="7000" dirty="0">
                <a:latin typeface="TAU-Marutham" pitchFamily="34" charset="0"/>
                <a:ea typeface="+mj-ea"/>
                <a:cs typeface="TAU-Marutham" pitchFamily="34" charset="0"/>
              </a:rPr>
              <a:t>, (Dereliction of duty), </a:t>
            </a:r>
            <a:r>
              <a:rPr lang="en-US" sz="7000" dirty="0" err="1">
                <a:latin typeface="TAU-Marutham" pitchFamily="34" charset="0"/>
                <a:ea typeface="+mj-ea"/>
                <a:cs typeface="TAU-Marutham" pitchFamily="34" charset="0"/>
              </a:rPr>
              <a:t>நடத்தை</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தவறிய</a:t>
            </a:r>
            <a:r>
              <a:rPr lang="en-US" sz="7000" dirty="0">
                <a:latin typeface="TAU-Marutham" pitchFamily="34" charset="0"/>
                <a:ea typeface="+mj-ea"/>
                <a:cs typeface="TAU-Marutham" pitchFamily="34" charset="0"/>
              </a:rPr>
              <a:t> (Grave misconduct), </a:t>
            </a:r>
            <a:r>
              <a:rPr lang="en-US" sz="7000" dirty="0" err="1">
                <a:latin typeface="TAU-Marutham" pitchFamily="34" charset="0"/>
                <a:ea typeface="+mj-ea"/>
                <a:cs typeface="TAU-Marutham" pitchFamily="34" charset="0"/>
              </a:rPr>
              <a:t>கீழ்ப்படியாமை</a:t>
            </a:r>
            <a:r>
              <a:rPr lang="en-US" sz="7000" dirty="0">
                <a:latin typeface="TAU-Marutham" pitchFamily="34" charset="0"/>
                <a:ea typeface="+mj-ea"/>
                <a:cs typeface="TAU-Marutham" pitchFamily="34" charset="0"/>
              </a:rPr>
              <a:t> (Insubordination) </a:t>
            </a:r>
            <a:r>
              <a:rPr lang="en-US" sz="7000" dirty="0" err="1">
                <a:latin typeface="TAU-Marutham" pitchFamily="34" charset="0"/>
                <a:ea typeface="+mj-ea"/>
                <a:cs typeface="TAU-Marutham" pitchFamily="34" charset="0"/>
              </a:rPr>
              <a:t>போன்ற</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பெருந்தண்டனைக்குரிய</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குற்றங்களாக</a:t>
            </a:r>
            <a:r>
              <a:rPr lang="en-US" sz="7000" dirty="0">
                <a:latin typeface="TAU-Marutham" pitchFamily="34" charset="0"/>
                <a:ea typeface="+mj-ea"/>
                <a:cs typeface="TAU-Marutham" pitchFamily="34" charset="0"/>
              </a:rPr>
              <a:t> (Major Punishment) </a:t>
            </a:r>
            <a:r>
              <a:rPr lang="en-US" sz="7000" dirty="0" err="1">
                <a:latin typeface="TAU-Marutham" pitchFamily="34" charset="0"/>
                <a:ea typeface="+mj-ea"/>
                <a:cs typeface="TAU-Marutham" pitchFamily="34" charset="0"/>
              </a:rPr>
              <a:t>கண்டறியப்படுபவை</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தொடர்பாக</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குற்றத்தின்</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தன்மைக்கேற்ப</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அரசு</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துறை</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சார்ந்த</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அலுவலர்களாக</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இருப்பின்</a:t>
            </a:r>
            <a:r>
              <a:rPr lang="en-US" sz="7000" dirty="0">
                <a:latin typeface="TAU-Marutham" pitchFamily="34" charset="0"/>
                <a:ea typeface="+mj-ea"/>
                <a:cs typeface="TAU-Marutham" pitchFamily="34" charset="0"/>
              </a:rPr>
              <a:t> 1973-ம் </a:t>
            </a:r>
            <a:r>
              <a:rPr lang="en-US" sz="7000" dirty="0" err="1">
                <a:latin typeface="TAU-Marutham" pitchFamily="34" charset="0"/>
                <a:ea typeface="+mj-ea"/>
                <a:cs typeface="TAU-Marutham" pitchFamily="34" charset="0"/>
              </a:rPr>
              <a:t>ஆண்டு</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தமிழ்நாடு</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குடிமைப்</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பணிகள்</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விதிகள்</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ஒழுங்குமுறை</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மற்றும்</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மேல்முறையீடு</a:t>
            </a:r>
            <a:r>
              <a:rPr lang="en-US" sz="7000" dirty="0">
                <a:latin typeface="TAU-Marutham" pitchFamily="34" charset="0"/>
                <a:ea typeface="+mj-ea"/>
                <a:cs typeface="TAU-Marutham" pitchFamily="34" charset="0"/>
              </a:rPr>
              <a:t>)  [(Tamil Nadu Civil Services) (Discipline and Appeal)  Rules, 1973)] </a:t>
            </a:r>
            <a:r>
              <a:rPr lang="en-US" sz="7000" dirty="0" err="1">
                <a:latin typeface="TAU-Marutham" pitchFamily="34" charset="0"/>
                <a:ea typeface="+mj-ea"/>
                <a:cs typeface="TAU-Marutham" pitchFamily="34" charset="0"/>
              </a:rPr>
              <a:t>கீழும்</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இதர</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நிறுவனங்களாக</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இருப்பின்</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அவர்கள்</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சார்ந்த</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நிறுவனத்தின்</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ஊழியர்</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பணி</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விதிகள்படியும்</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நடவடிக்கை</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எடுக்கவும்</a:t>
            </a:r>
            <a:r>
              <a:rPr lang="en-US" sz="7000" dirty="0">
                <a:latin typeface="TAU-Marutham" pitchFamily="34" charset="0"/>
                <a:ea typeface="+mj-ea"/>
                <a:cs typeface="TAU-Marutham" pitchFamily="34" charset="0"/>
              </a:rPr>
              <a:t>;</a:t>
            </a:r>
          </a:p>
          <a:p>
            <a:pPr lvl="0" algn="just">
              <a:lnSpc>
                <a:spcPct val="150000"/>
              </a:lnSpc>
              <a:buFont typeface="Wingdings" pitchFamily="2" charset="2"/>
              <a:buChar char="Ø"/>
            </a:pPr>
            <a:endParaRPr lang="en-IN" sz="800" dirty="0">
              <a:latin typeface="TAU-Marutham" pitchFamily="34" charset="0"/>
              <a:ea typeface="+mj-ea"/>
              <a:cs typeface="TAU-Marutham" pitchFamily="34" charset="0"/>
            </a:endParaRPr>
          </a:p>
          <a:p>
            <a:pPr lvl="0" algn="just">
              <a:lnSpc>
                <a:spcPct val="150000"/>
              </a:lnSpc>
              <a:buFont typeface="Wingdings" pitchFamily="2" charset="2"/>
              <a:buChar char="Ø"/>
            </a:pPr>
            <a:r>
              <a:rPr lang="en-US" sz="7000" dirty="0" err="1">
                <a:latin typeface="TAU-Marutham" pitchFamily="34" charset="0"/>
                <a:ea typeface="+mj-ea"/>
                <a:cs typeface="TAU-Marutham" pitchFamily="34" charset="0"/>
              </a:rPr>
              <a:t>கூட்டுறவுச்</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சட்டத்தின்கீழ்</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பிறப்பிக்கப்பட்ட</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கட்டளைகளுக்கு</a:t>
            </a:r>
            <a:r>
              <a:rPr lang="en-US" sz="7000" dirty="0">
                <a:latin typeface="TAU-Marutham" pitchFamily="34" charset="0"/>
                <a:ea typeface="+mj-ea"/>
                <a:cs typeface="TAU-Marutham" pitchFamily="34" charset="0"/>
              </a:rPr>
              <a:t> (Direction) </a:t>
            </a:r>
            <a:r>
              <a:rPr lang="en-US" sz="7000" dirty="0" err="1">
                <a:latin typeface="TAU-Marutham" pitchFamily="34" charset="0"/>
                <a:ea typeface="+mj-ea"/>
                <a:cs typeface="TAU-Marutham" pitchFamily="34" charset="0"/>
              </a:rPr>
              <a:t>கீழ்படியாமை</a:t>
            </a:r>
            <a:r>
              <a:rPr lang="en-US" sz="7000" dirty="0">
                <a:latin typeface="TAU-Marutham" pitchFamily="34" charset="0"/>
                <a:ea typeface="+mj-ea"/>
                <a:cs typeface="TAU-Marutham" pitchFamily="34" charset="0"/>
              </a:rPr>
              <a:t> (Disobedience) </a:t>
            </a:r>
            <a:r>
              <a:rPr lang="en-US" sz="7000" dirty="0" err="1">
                <a:latin typeface="TAU-Marutham" pitchFamily="34" charset="0"/>
                <a:ea typeface="+mj-ea"/>
                <a:cs typeface="TAU-Marutham" pitchFamily="34" charset="0"/>
              </a:rPr>
              <a:t>குறித்து</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சட்டப்பிரிவு</a:t>
            </a:r>
            <a:r>
              <a:rPr lang="en-US" sz="7000" dirty="0">
                <a:latin typeface="TAU-Marutham" pitchFamily="34" charset="0"/>
                <a:ea typeface="+mj-ea"/>
                <a:cs typeface="TAU-Marutham" pitchFamily="34" charset="0"/>
              </a:rPr>
              <a:t> 157-ன் </a:t>
            </a:r>
            <a:r>
              <a:rPr lang="en-US" sz="7000" dirty="0" err="1">
                <a:latin typeface="TAU-Marutham" pitchFamily="34" charset="0"/>
                <a:ea typeface="+mj-ea"/>
                <a:cs typeface="TAU-Marutham" pitchFamily="34" charset="0"/>
              </a:rPr>
              <a:t>கீழ்</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நடவடிக்கை</a:t>
            </a:r>
            <a:r>
              <a:rPr lang="en-US" sz="7000" dirty="0">
                <a:latin typeface="TAU-Marutham" pitchFamily="34" charset="0"/>
                <a:ea typeface="+mj-ea"/>
                <a:cs typeface="TAU-Marutham" pitchFamily="34" charset="0"/>
              </a:rPr>
              <a:t> </a:t>
            </a:r>
            <a:r>
              <a:rPr lang="en-US" sz="7000" dirty="0" err="1">
                <a:latin typeface="TAU-Marutham" pitchFamily="34" charset="0"/>
                <a:ea typeface="+mj-ea"/>
                <a:cs typeface="TAU-Marutham" pitchFamily="34" charset="0"/>
              </a:rPr>
              <a:t>எடுக்கவும்</a:t>
            </a:r>
            <a:r>
              <a:rPr lang="en-US" sz="7000" dirty="0">
                <a:latin typeface="TAU-Marutham" pitchFamily="34" charset="0"/>
                <a:ea typeface="+mj-ea"/>
                <a:cs typeface="TAU-Marutham" pitchFamily="34" charset="0"/>
              </a:rPr>
              <a:t>;</a:t>
            </a:r>
            <a:endParaRPr lang="en-IN" sz="7000" dirty="0">
              <a:latin typeface="TAU-Marutham" pitchFamily="34" charset="0"/>
              <a:ea typeface="+mj-ea"/>
              <a:cs typeface="TAU-Marutham" pitchFamily="34" charset="0"/>
            </a:endParaRPr>
          </a:p>
          <a:p>
            <a:pPr>
              <a:buNone/>
            </a:pPr>
            <a:endParaRPr lang="en-IN" sz="1900" dirty="0">
              <a:latin typeface="TAU-Marutham" pitchFamily="34" charset="0"/>
              <a:ea typeface="Calibri"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27</a:t>
            </a:fld>
            <a:endParaRPr lang="en-US"/>
          </a:p>
        </p:txBody>
      </p:sp>
    </p:spTree>
  </p:cSld>
  <p:clrMapOvr>
    <a:overrideClrMapping bg1="lt1" tx1="dk1" bg2="lt2" tx2="dk2" accent1="accent1" accent2="accent2" accent3="accent3" accent4="accent4" accent5="accent5" accent6="accent6" hlink="hlink" folHlink="folHlink"/>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a:bodyPr>
          <a:lstStyle/>
          <a:p>
            <a:pPr lvl="0" algn="just">
              <a:lnSpc>
                <a:spcPct val="150000"/>
              </a:lnSpc>
              <a:buFont typeface="Wingdings" pitchFamily="2" charset="2"/>
              <a:buChar char="Ø"/>
            </a:pPr>
            <a:r>
              <a:rPr lang="en-US" sz="1800" dirty="0" err="1">
                <a:latin typeface="TAU-Marutham" pitchFamily="34" charset="0"/>
                <a:ea typeface="+mj-ea"/>
                <a:cs typeface="TAU-Marutham" pitchFamily="34" charset="0"/>
              </a:rPr>
              <a:t>ஒழுங்கீன</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செய்கைகள்</a:t>
            </a:r>
            <a:r>
              <a:rPr lang="en-US" sz="1800" dirty="0">
                <a:latin typeface="TAU-Marutham" pitchFamily="34" charset="0"/>
                <a:ea typeface="+mj-ea"/>
                <a:cs typeface="TAU-Marutham" pitchFamily="34" charset="0"/>
              </a:rPr>
              <a:t> (Corrupt practices) </a:t>
            </a:r>
            <a:r>
              <a:rPr lang="en-US" sz="1800" dirty="0" err="1">
                <a:latin typeface="TAU-Marutham" pitchFamily="34" charset="0"/>
                <a:ea typeface="+mj-ea"/>
                <a:cs typeface="TAU-Marutham" pitchFamily="34" charset="0"/>
              </a:rPr>
              <a:t>குறித்து</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சட்டப்பிரிவு</a:t>
            </a:r>
            <a:r>
              <a:rPr lang="en-US" sz="1800" dirty="0">
                <a:latin typeface="TAU-Marutham" pitchFamily="34" charset="0"/>
                <a:ea typeface="+mj-ea"/>
                <a:cs typeface="TAU-Marutham" pitchFamily="34" charset="0"/>
              </a:rPr>
              <a:t> 162-ன் </a:t>
            </a:r>
            <a:r>
              <a:rPr lang="en-US" sz="1800" dirty="0" err="1">
                <a:latin typeface="TAU-Marutham" pitchFamily="34" charset="0"/>
                <a:ea typeface="+mj-ea"/>
                <a:cs typeface="TAU-Marutham" pitchFamily="34" charset="0"/>
              </a:rPr>
              <a:t>கீழ்</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குற்றவியல்</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நடவடிக்கை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தொடரவும்</a:t>
            </a:r>
            <a:r>
              <a:rPr lang="en-US" sz="1800" dirty="0">
                <a:latin typeface="TAU-Marutham" pitchFamily="34" charset="0"/>
                <a:ea typeface="+mj-ea"/>
                <a:cs typeface="TAU-Marutham" pitchFamily="34" charset="0"/>
              </a:rPr>
              <a:t>; </a:t>
            </a:r>
            <a:endParaRPr lang="en-IN" sz="1800" dirty="0">
              <a:latin typeface="TAU-Marutham" pitchFamily="34" charset="0"/>
              <a:ea typeface="+mj-ea"/>
              <a:cs typeface="TAU-Marutham" pitchFamily="34" charset="0"/>
            </a:endParaRPr>
          </a:p>
          <a:p>
            <a:pPr lvl="0" algn="just">
              <a:lnSpc>
                <a:spcPct val="150000"/>
              </a:lnSpc>
              <a:buFont typeface="Wingdings" pitchFamily="2" charset="2"/>
              <a:buChar char="Ø"/>
            </a:pPr>
            <a:r>
              <a:rPr lang="en-US" sz="1800" dirty="0" err="1">
                <a:latin typeface="TAU-Marutham" pitchFamily="34" charset="0"/>
                <a:ea typeface="+mj-ea"/>
                <a:cs typeface="TAU-Marutham" pitchFamily="34" charset="0"/>
              </a:rPr>
              <a:t>உள்நோக்குடன்</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ஆவணங்களைப்</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பொய்யாக்குதல்</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மற்றும்</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மோசடியாகத்</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திருத்துதல்</a:t>
            </a:r>
            <a:r>
              <a:rPr lang="en-US" sz="1800" dirty="0">
                <a:latin typeface="TAU-Marutham" pitchFamily="34" charset="0"/>
                <a:ea typeface="+mj-ea"/>
                <a:cs typeface="TAU-Marutham" pitchFamily="34" charset="0"/>
              </a:rPr>
              <a:t> (Forgery, Falsifications. Manipulations of records fraudulently with </a:t>
            </a:r>
            <a:r>
              <a:rPr lang="en-US" sz="1800" dirty="0" err="1">
                <a:latin typeface="TAU-Marutham" pitchFamily="34" charset="0"/>
                <a:ea typeface="+mj-ea"/>
                <a:cs typeface="TAU-Marutham" pitchFamily="34" charset="0"/>
              </a:rPr>
              <a:t>malafide</a:t>
            </a:r>
            <a:r>
              <a:rPr lang="en-US" sz="1800" dirty="0">
                <a:latin typeface="TAU-Marutham" pitchFamily="34" charset="0"/>
                <a:ea typeface="+mj-ea"/>
                <a:cs typeface="TAU-Marutham" pitchFamily="34" charset="0"/>
              </a:rPr>
              <a:t> intention) </a:t>
            </a:r>
            <a:r>
              <a:rPr lang="en-US" sz="1800" dirty="0" err="1">
                <a:latin typeface="TAU-Marutham" pitchFamily="34" charset="0"/>
                <a:ea typeface="+mj-ea"/>
                <a:cs typeface="TAU-Marutham" pitchFamily="34" charset="0"/>
              </a:rPr>
              <a:t>போன்ற</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குற்றச்</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செய்கை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இருப்பின்</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அதற்காக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இந்திய</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தண்டனை</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சட்டத்தின்</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கீழ்</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நடவடிக்கை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மேற்கொள்ளவும்</a:t>
            </a:r>
            <a:r>
              <a:rPr lang="en-US" sz="1800" dirty="0">
                <a:latin typeface="TAU-Marutham" pitchFamily="34" charset="0"/>
                <a:ea typeface="+mj-ea"/>
                <a:cs typeface="TAU-Marutham" pitchFamily="34" charset="0"/>
              </a:rPr>
              <a:t>; </a:t>
            </a:r>
            <a:endParaRPr lang="en-IN" sz="1800" dirty="0">
              <a:latin typeface="TAU-Marutham" pitchFamily="34" charset="0"/>
              <a:ea typeface="+mj-ea"/>
              <a:cs typeface="TAU-Marutham" pitchFamily="34" charset="0"/>
            </a:endParaRPr>
          </a:p>
          <a:p>
            <a:pPr lvl="0" algn="just">
              <a:lnSpc>
                <a:spcPct val="150000"/>
              </a:lnSpc>
              <a:buFont typeface="Wingdings" pitchFamily="2" charset="2"/>
              <a:buChar char="Ø"/>
            </a:pPr>
            <a:r>
              <a:rPr lang="en-US" sz="1800" dirty="0">
                <a:latin typeface="TAU-Marutham" pitchFamily="34" charset="0"/>
                <a:ea typeface="+mj-ea"/>
                <a:cs typeface="TAU-Marutham" pitchFamily="34" charset="0"/>
              </a:rPr>
              <a:t>தேர்தல் </a:t>
            </a:r>
            <a:r>
              <a:rPr lang="en-US" sz="1800" dirty="0" err="1">
                <a:latin typeface="TAU-Marutham" pitchFamily="34" charset="0"/>
                <a:ea typeface="+mj-ea"/>
                <a:cs typeface="TAU-Marutham" pitchFamily="34" charset="0"/>
              </a:rPr>
              <a:t>அலுவலரின்</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தவறான</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நடவடிக்கை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உடனடியாக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சரிசெய்யப்பட</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வேண்டிய</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நேர்வுகளில்</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சம்பந்தப்பட்ட</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அலுவலரை</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குற்றச்சாட்டு</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முனைவதை</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முன்னிறுத்தி</a:t>
            </a:r>
            <a:r>
              <a:rPr lang="en-US" sz="1800" dirty="0">
                <a:latin typeface="TAU-Marutham" pitchFamily="34" charset="0"/>
                <a:ea typeface="+mj-ea"/>
                <a:cs typeface="TAU-Marutham" pitchFamily="34" charset="0"/>
              </a:rPr>
              <a:t> (in contemplation of charges)  </a:t>
            </a:r>
            <a:r>
              <a:rPr lang="en-US" sz="1800" dirty="0" err="1">
                <a:latin typeface="TAU-Marutham" pitchFamily="34" charset="0"/>
                <a:ea typeface="+mj-ea"/>
                <a:cs typeface="TAU-Marutham" pitchFamily="34" charset="0"/>
              </a:rPr>
              <a:t>பணி</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இடை</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நீக்கம்</a:t>
            </a:r>
            <a:r>
              <a:rPr lang="en-US" sz="1800" dirty="0">
                <a:latin typeface="TAU-Marutham" pitchFamily="34" charset="0"/>
                <a:ea typeface="+mj-ea"/>
                <a:cs typeface="TAU-Marutham" pitchFamily="34" charset="0"/>
              </a:rPr>
              <a:t> (Suspend) </a:t>
            </a:r>
            <a:r>
              <a:rPr lang="en-US" sz="1800" dirty="0" err="1">
                <a:latin typeface="TAU-Marutham" pitchFamily="34" charset="0"/>
                <a:ea typeface="+mj-ea"/>
                <a:cs typeface="TAU-Marutham" pitchFamily="34" charset="0"/>
              </a:rPr>
              <a:t>செய்தும்</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இதனால்</a:t>
            </a:r>
            <a:r>
              <a:rPr lang="en-US" sz="1800" dirty="0">
                <a:latin typeface="TAU-Marutham" pitchFamily="34" charset="0"/>
                <a:ea typeface="+mj-ea"/>
                <a:cs typeface="TAU-Marutham" pitchFamily="34" charset="0"/>
              </a:rPr>
              <a:t> தேர்தல் </a:t>
            </a:r>
            <a:r>
              <a:rPr lang="en-US" sz="1800" dirty="0" err="1">
                <a:latin typeface="TAU-Marutham" pitchFamily="34" charset="0"/>
                <a:ea typeface="+mj-ea"/>
                <a:cs typeface="TAU-Marutham" pitchFamily="34" charset="0"/>
              </a:rPr>
              <a:t>நடவடிக்கை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தடைபடாது</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தொடர்ந்து</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நடத்திட</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மாற்று</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ஏற்பாடு</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செய்தும்</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அதற்கான</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அதிகாரம்</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அளிக்கப்பட்ட</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அலுவலர்களால்</a:t>
            </a:r>
            <a:r>
              <a:rPr lang="en-US" sz="1800" dirty="0">
                <a:latin typeface="TAU-Marutham" pitchFamily="34" charset="0"/>
                <a:ea typeface="+mj-ea"/>
                <a:cs typeface="TAU-Marutham" pitchFamily="34" charset="0"/>
              </a:rPr>
              <a:t> (Competent authority) </a:t>
            </a:r>
            <a:r>
              <a:rPr lang="en-US" sz="1800" dirty="0" err="1">
                <a:latin typeface="TAU-Marutham" pitchFamily="34" charset="0"/>
                <a:ea typeface="+mj-ea"/>
                <a:cs typeface="TAU-Marutham" pitchFamily="34" charset="0"/>
              </a:rPr>
              <a:t>ஒழுங்கு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நடவடிக்கை</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மேற்கொள்ளவும்</a:t>
            </a:r>
            <a:r>
              <a:rPr lang="en-US" sz="1800" dirty="0">
                <a:latin typeface="TAU-Marutham" pitchFamily="34" charset="0"/>
                <a:ea typeface="+mj-ea"/>
                <a:cs typeface="TAU-Marutham" pitchFamily="34" charset="0"/>
              </a:rPr>
              <a:t> </a:t>
            </a:r>
            <a:r>
              <a:rPr lang="en-US" sz="1800" dirty="0" err="1">
                <a:latin typeface="TAU-Marutham" pitchFamily="34" charset="0"/>
                <a:ea typeface="+mj-ea"/>
                <a:cs typeface="TAU-Marutham" pitchFamily="34" charset="0"/>
              </a:rPr>
              <a:t>அறிவுறுத்தப்படுகிறது</a:t>
            </a:r>
            <a:r>
              <a:rPr lang="en-US" sz="1800" dirty="0">
                <a:latin typeface="TAU-Marutham" pitchFamily="34" charset="0"/>
                <a:ea typeface="+mj-ea"/>
                <a:cs typeface="TAU-Marutham" pitchFamily="34" charset="0"/>
              </a:rPr>
              <a:t>. </a:t>
            </a:r>
            <a:endParaRPr lang="en-IN" sz="1800" dirty="0">
              <a:latin typeface="TAU-Marutham" pitchFamily="34" charset="0"/>
              <a:ea typeface="+mj-ea"/>
              <a:cs typeface="TAU-Marutham" pitchFamily="34" charset="0"/>
            </a:endParaRPr>
          </a:p>
        </p:txBody>
      </p:sp>
      <p:sp>
        <p:nvSpPr>
          <p:cNvPr id="2" name="Slide Number Placeholder 1"/>
          <p:cNvSpPr>
            <a:spLocks noGrp="1"/>
          </p:cNvSpPr>
          <p:nvPr>
            <p:ph type="sldNum" sz="quarter" idx="12"/>
          </p:nvPr>
        </p:nvSpPr>
        <p:spPr/>
        <p:txBody>
          <a:bodyPr/>
          <a:lstStyle/>
          <a:p>
            <a:fld id="{22E57D70-481A-41F0-B50C-50BB8557EF28}" type="slidenum">
              <a:rPr lang="en-US" smtClean="0"/>
              <a:pPr/>
              <a:t>28</a:t>
            </a:fld>
            <a:endParaRPr lang="en-US"/>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5721499"/>
          </a:xfrm>
        </p:spPr>
        <p:txBody>
          <a:bodyPr>
            <a:normAutofit lnSpcReduction="10000"/>
          </a:bodyPr>
          <a:lstStyle/>
          <a:p>
            <a:pPr algn="just">
              <a:lnSpc>
                <a:spcPct val="140000"/>
              </a:lnSpc>
              <a:buNone/>
            </a:pPr>
            <a:r>
              <a:rPr lang="en-IN" sz="2400" b="1"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விதி</a:t>
            </a:r>
            <a:r>
              <a:rPr lang="en-IN" sz="2400" b="1" u="sng" dirty="0">
                <a:latin typeface="TAU-Marutham" pitchFamily="34" charset="0"/>
                <a:ea typeface="Calibri" pitchFamily="34" charset="0"/>
                <a:cs typeface="TAU-Marutham" pitchFamily="34" charset="0"/>
              </a:rPr>
              <a:t> எண்.52(18)(a) </a:t>
            </a:r>
            <a:r>
              <a:rPr lang="en-IN" sz="2400" b="1" u="sng" dirty="0" err="1">
                <a:latin typeface="TAU-Marutham" pitchFamily="34" charset="0"/>
                <a:ea typeface="Calibri" pitchFamily="34" charset="0"/>
                <a:cs typeface="TAU-Marutham" pitchFamily="34" charset="0"/>
              </a:rPr>
              <a:t>மற்றும்</a:t>
            </a:r>
            <a:r>
              <a:rPr lang="en-IN" sz="2400" b="1" u="sng" dirty="0">
                <a:latin typeface="TAU-Marutham" pitchFamily="34" charset="0"/>
                <a:ea typeface="Calibri" pitchFamily="34" charset="0"/>
                <a:cs typeface="TAU-Marutham" pitchFamily="34" charset="0"/>
              </a:rPr>
              <a:t> 53(11) (a)-</a:t>
            </a:r>
            <a:r>
              <a:rPr lang="en-IN" sz="2400" b="1" u="sng" dirty="0" err="1">
                <a:latin typeface="TAU-Marutham" pitchFamily="34" charset="0"/>
                <a:ea typeface="Calibri" pitchFamily="34" charset="0"/>
                <a:cs typeface="TAU-Marutham" pitchFamily="34" charset="0"/>
              </a:rPr>
              <a:t>ன்</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கீழ்</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சட்ட</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ஒழுங்கு</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எனக்காரணம்</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காட்டி</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தேர்தலை</a:t>
            </a:r>
            <a:r>
              <a:rPr lang="en-IN" sz="2400" b="1" u="sng" dirty="0">
                <a:latin typeface="TAU-Marutham" pitchFamily="34" charset="0"/>
                <a:ea typeface="Calibri" pitchFamily="34" charset="0"/>
                <a:cs typeface="TAU-Marutham" pitchFamily="34" charset="0"/>
              </a:rPr>
              <a:t> </a:t>
            </a:r>
            <a:r>
              <a:rPr lang="en-IN" sz="2400" b="1" u="sng" dirty="0" err="1">
                <a:latin typeface="TAU-Marutham" pitchFamily="34" charset="0"/>
                <a:ea typeface="Calibri" pitchFamily="34" charset="0"/>
                <a:cs typeface="TAU-Marutham" pitchFamily="34" charset="0"/>
              </a:rPr>
              <a:t>நிறுத்துதல்</a:t>
            </a:r>
            <a:r>
              <a:rPr lang="en-IN" sz="2400" b="1" u="sng" dirty="0">
                <a:latin typeface="TAU-Marutham" pitchFamily="34" charset="0"/>
                <a:ea typeface="Calibri" pitchFamily="34" charset="0"/>
                <a:cs typeface="TAU-Marutham" pitchFamily="34" charset="0"/>
              </a:rPr>
              <a:t>.</a:t>
            </a:r>
            <a:endParaRPr lang="en-IN" sz="2000" b="1" u="sng" dirty="0">
              <a:latin typeface="TAU-Marutham" pitchFamily="34" charset="0"/>
              <a:ea typeface="Calibri" pitchFamily="34" charset="0"/>
              <a:cs typeface="TAU-Marutham" pitchFamily="34" charset="0"/>
            </a:endParaRPr>
          </a:p>
          <a:p>
            <a:pPr algn="ctr">
              <a:lnSpc>
                <a:spcPct val="140000"/>
              </a:lnSpc>
              <a:buNone/>
            </a:pPr>
            <a:r>
              <a:rPr lang="en-US" sz="2000" b="1" dirty="0" err="1">
                <a:solidFill>
                  <a:srgbClr val="0070C0"/>
                </a:solidFill>
                <a:latin typeface="TAU-Marutham" pitchFamily="34" charset="0"/>
                <a:ea typeface="Calibri" pitchFamily="34" charset="0"/>
                <a:cs typeface="TAU-Marutham" pitchFamily="34" charset="0"/>
              </a:rPr>
              <a:t>ஆணைய</a:t>
            </a:r>
            <a:r>
              <a:rPr lang="en-US" sz="2000" b="1" dirty="0">
                <a:solidFill>
                  <a:srgbClr val="0070C0"/>
                </a:solidFill>
                <a:latin typeface="TAU-Marutham" pitchFamily="34" charset="0"/>
                <a:ea typeface="Calibri"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சுற்றறிக்கை</a:t>
            </a:r>
            <a:r>
              <a:rPr lang="en-US" sz="2000" b="1" dirty="0">
                <a:solidFill>
                  <a:srgbClr val="0070C0"/>
                </a:solidFill>
                <a:latin typeface="TAU-Marutham" pitchFamily="34" charset="0"/>
                <a:ea typeface="Calibri"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ந.க.எண்</a:t>
            </a:r>
            <a:r>
              <a:rPr lang="en-US" sz="2000" b="1" dirty="0">
                <a:solidFill>
                  <a:srgbClr val="0070C0"/>
                </a:solidFill>
                <a:latin typeface="TAU-Marutham" pitchFamily="34" charset="0"/>
                <a:ea typeface="Calibri" pitchFamily="34" charset="0"/>
                <a:cs typeface="TAU-Marutham" pitchFamily="34" charset="0"/>
              </a:rPr>
              <a:t>  1153/2020/கூதே3,                         </a:t>
            </a:r>
            <a:r>
              <a:rPr lang="en-US" sz="2000" b="1" dirty="0" err="1">
                <a:solidFill>
                  <a:srgbClr val="0070C0"/>
                </a:solidFill>
                <a:latin typeface="TAU-Marutham" pitchFamily="34" charset="0"/>
                <a:ea typeface="Calibri" pitchFamily="34" charset="0"/>
                <a:cs typeface="TAU-Marutham" pitchFamily="34" charset="0"/>
              </a:rPr>
              <a:t>நாள்</a:t>
            </a:r>
            <a:r>
              <a:rPr lang="en-US" sz="2000" b="1" dirty="0">
                <a:solidFill>
                  <a:srgbClr val="0070C0"/>
                </a:solidFill>
                <a:latin typeface="TAU-Marutham" pitchFamily="34" charset="0"/>
                <a:ea typeface="Calibri" pitchFamily="34" charset="0"/>
                <a:cs typeface="TAU-Marutham" pitchFamily="34" charset="0"/>
              </a:rPr>
              <a:t> 26.09.2022</a:t>
            </a:r>
            <a:endParaRPr lang="en-IN" sz="2000" b="1" dirty="0">
              <a:latin typeface="TAU-Marutham" pitchFamily="34" charset="0"/>
              <a:ea typeface="Calibri" pitchFamily="34" charset="0"/>
              <a:cs typeface="TAU-Marutham" pitchFamily="34" charset="0"/>
            </a:endParaRPr>
          </a:p>
          <a:p>
            <a:pPr lvl="0" algn="just">
              <a:lnSpc>
                <a:spcPct val="150000"/>
              </a:lnSpc>
              <a:buFont typeface="Wingdings" pitchFamily="2" charset="2"/>
              <a:buChar char="Ø"/>
            </a:pPr>
            <a:r>
              <a:rPr lang="en-IN" sz="1800" dirty="0" err="1">
                <a:latin typeface="TAU-Marutham" pitchFamily="34" charset="0"/>
                <a:ea typeface="Calibri" pitchFamily="34" charset="0"/>
                <a:cs typeface="TAU-Marutham" pitchFamily="34" charset="0"/>
              </a:rPr>
              <a:t>விதி</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எண்</a:t>
            </a:r>
            <a:r>
              <a:rPr lang="en-IN" sz="1800" dirty="0">
                <a:latin typeface="TAU-Marutham" pitchFamily="34" charset="0"/>
                <a:ea typeface="Calibri" pitchFamily="34" charset="0"/>
                <a:cs typeface="TAU-Marutham" pitchFamily="34" charset="0"/>
              </a:rPr>
              <a:t>. 52(18)(a) </a:t>
            </a:r>
            <a:r>
              <a:rPr lang="en-IN" sz="1800" dirty="0" err="1">
                <a:latin typeface="TAU-Marutham" pitchFamily="34" charset="0"/>
                <a:ea typeface="Calibri" pitchFamily="34" charset="0"/>
                <a:cs typeface="TAU-Marutham" pitchFamily="34" charset="0"/>
              </a:rPr>
              <a:t>மற்றும்</a:t>
            </a:r>
            <a:r>
              <a:rPr lang="en-IN" sz="1800" dirty="0">
                <a:latin typeface="TAU-Marutham" pitchFamily="34" charset="0"/>
                <a:ea typeface="Calibri" pitchFamily="34" charset="0"/>
                <a:cs typeface="TAU-Marutham" pitchFamily="34" charset="0"/>
              </a:rPr>
              <a:t> 53(11)(a)-</a:t>
            </a:r>
            <a:r>
              <a:rPr lang="en-IN" sz="1800" dirty="0" err="1">
                <a:latin typeface="TAU-Marutham" pitchFamily="34" charset="0"/>
                <a:ea typeface="Calibri" pitchFamily="34" charset="0"/>
                <a:cs typeface="TAU-Marutham" pitchFamily="34" charset="0"/>
              </a:rPr>
              <a:t>ன்</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கீழ்</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கலகம்</a:t>
            </a:r>
            <a:r>
              <a:rPr lang="en-IN" sz="1800" dirty="0">
                <a:latin typeface="TAU-Marutham" pitchFamily="34" charset="0"/>
                <a:ea typeface="Calibri" pitchFamily="34" charset="0"/>
                <a:cs typeface="TAU-Marutham" pitchFamily="34" charset="0"/>
              </a:rPr>
              <a:t> (அ) </a:t>
            </a:r>
            <a:r>
              <a:rPr lang="en-IN" sz="1800" dirty="0" err="1">
                <a:latin typeface="TAU-Marutham" pitchFamily="34" charset="0"/>
                <a:ea typeface="Calibri" pitchFamily="34" charset="0"/>
                <a:cs typeface="TAU-Marutham" pitchFamily="34" charset="0"/>
              </a:rPr>
              <a:t>வெளிப்படையான</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வன்முறை</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தேர்தல்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நடவடிக்கைகள்</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எந்த</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நிலையிலாவது</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குறுக்கீடு</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செய்யப்பட்டாலோ</a:t>
            </a:r>
            <a:r>
              <a:rPr lang="en-IN" sz="1800" dirty="0">
                <a:latin typeface="TAU-Marutham" pitchFamily="34" charset="0"/>
                <a:ea typeface="Calibri" pitchFamily="34" charset="0"/>
                <a:cs typeface="TAU-Marutham" pitchFamily="34" charset="0"/>
              </a:rPr>
              <a:t> (அ) </a:t>
            </a:r>
            <a:r>
              <a:rPr lang="en-IN" sz="1800" dirty="0" err="1">
                <a:latin typeface="TAU-Marutham" pitchFamily="34" charset="0"/>
                <a:ea typeface="Calibri" pitchFamily="34" charset="0"/>
                <a:cs typeface="TAU-Marutham" pitchFamily="34" charset="0"/>
              </a:rPr>
              <a:t>தடுக்கப்பட்டாலோ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என்று</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மட்டுமே</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கூறப்பட்டுள்ளது</a:t>
            </a:r>
            <a:r>
              <a:rPr lang="en-IN" sz="1800" dirty="0">
                <a:latin typeface="TAU-Marutham" pitchFamily="34" charset="0"/>
                <a:ea typeface="Calibri" pitchFamily="34" charset="0"/>
                <a:cs typeface="TAU-Marutham" pitchFamily="34" charset="0"/>
              </a:rPr>
              <a:t>.</a:t>
            </a:r>
            <a:endParaRPr lang="en-US" sz="1800" dirty="0">
              <a:latin typeface="TAU-Marutham" pitchFamily="34" charset="0"/>
              <a:ea typeface="Calibri" pitchFamily="34" charset="0"/>
              <a:cs typeface="TAU-Marutham" pitchFamily="34" charset="0"/>
            </a:endParaRPr>
          </a:p>
          <a:p>
            <a:pPr lvl="0" algn="just">
              <a:lnSpc>
                <a:spcPct val="150000"/>
              </a:lnSpc>
              <a:buFont typeface="Wingdings" pitchFamily="2" charset="2"/>
              <a:buChar char="Ø"/>
            </a:pPr>
            <a:r>
              <a:rPr lang="en-IN" sz="1800" dirty="0" err="1">
                <a:latin typeface="TAU-Marutham" pitchFamily="34" charset="0"/>
                <a:ea typeface="Calibri" pitchFamily="34" charset="0"/>
                <a:cs typeface="TAU-Marutham" pitchFamily="34" charset="0"/>
              </a:rPr>
              <a:t>தேர்தல்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நடவடிக்கை</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மேற்கொண்டிருக்கும்</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நிலையில்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அவ்வகை</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சம்பவங்கள்</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ஏற்பட்டால்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மட்டுமே</a:t>
            </a:r>
            <a:r>
              <a:rPr lang="en-IN" sz="1800" dirty="0">
                <a:latin typeface="TAU-Marutham" pitchFamily="34" charset="0"/>
                <a:ea typeface="Calibri" pitchFamily="34" charset="0"/>
                <a:cs typeface="TAU-Marutham" pitchFamily="34" charset="0"/>
              </a:rPr>
              <a:t> (only at the time) </a:t>
            </a:r>
            <a:r>
              <a:rPr lang="en-IN" sz="1800" dirty="0" err="1">
                <a:latin typeface="TAU-Marutham" pitchFamily="34" charset="0"/>
                <a:ea typeface="Calibri" pitchFamily="34" charset="0"/>
                <a:cs typeface="TAU-Marutham" pitchFamily="34" charset="0"/>
              </a:rPr>
              <a:t>தேர்தல்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அலுவலர்</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தேர்தலை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நிறுத்தலாம்</a:t>
            </a:r>
            <a:r>
              <a:rPr lang="en-IN" sz="1800" dirty="0">
                <a:latin typeface="TAU-Marutham" pitchFamily="34" charset="0"/>
                <a:ea typeface="Calibri" pitchFamily="34" charset="0"/>
                <a:cs typeface="TAU-Marutham" pitchFamily="34" charset="0"/>
              </a:rPr>
              <a:t>.</a:t>
            </a:r>
            <a:endParaRPr lang="en-US" sz="1800" dirty="0">
              <a:latin typeface="TAU-Marutham" pitchFamily="34" charset="0"/>
              <a:ea typeface="Calibri" pitchFamily="34" charset="0"/>
              <a:cs typeface="TAU-Marutham" pitchFamily="34" charset="0"/>
            </a:endParaRPr>
          </a:p>
          <a:p>
            <a:pPr lvl="0" algn="just">
              <a:lnSpc>
                <a:spcPct val="150000"/>
              </a:lnSpc>
              <a:buFont typeface="Wingdings" pitchFamily="2" charset="2"/>
              <a:buChar char="Ø"/>
            </a:pPr>
            <a:r>
              <a:rPr lang="en-IN" sz="1800" dirty="0" err="1">
                <a:latin typeface="TAU-Marutham" pitchFamily="34" charset="0"/>
                <a:ea typeface="Calibri" pitchFamily="34" charset="0"/>
                <a:cs typeface="TAU-Marutham" pitchFamily="34" charset="0"/>
              </a:rPr>
              <a:t>அம்மாதிரி</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சம்பவங்கள்</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நிகழப்போவதாக</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எண்ணியோ</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அல்லது</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அச்சத்தினாலோ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தேர்தலை</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நிறுத்த</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அதிகாரம்</a:t>
            </a:r>
            <a:r>
              <a:rPr lang="en-IN" sz="1800" dirty="0">
                <a:latin typeface="TAU-Marutham" pitchFamily="34" charset="0"/>
                <a:ea typeface="Calibri" pitchFamily="34" charset="0"/>
                <a:cs typeface="TAU-Marutham" pitchFamily="34" charset="0"/>
              </a:rPr>
              <a:t> </a:t>
            </a:r>
            <a:r>
              <a:rPr lang="en-IN" sz="1800" dirty="0" err="1">
                <a:latin typeface="TAU-Marutham" pitchFamily="34" charset="0"/>
                <a:ea typeface="Calibri" pitchFamily="34" charset="0"/>
                <a:cs typeface="TAU-Marutham" pitchFamily="34" charset="0"/>
              </a:rPr>
              <a:t>வழங்கப்படவில்லை</a:t>
            </a:r>
            <a:r>
              <a:rPr lang="en-IN" sz="1800" dirty="0">
                <a:latin typeface="TAU-Marutham" pitchFamily="34" charset="0"/>
                <a:ea typeface="Calibri" pitchFamily="34" charset="0"/>
                <a:cs typeface="TAU-Marutham" pitchFamily="34" charset="0"/>
              </a:rPr>
              <a:t>.</a:t>
            </a:r>
            <a:endParaRPr lang="en-US" sz="1800" dirty="0">
              <a:latin typeface="TAU-Marutham" pitchFamily="34" charset="0"/>
              <a:ea typeface="Calibri" pitchFamily="34" charset="0"/>
              <a:cs typeface="TAU-Marutham" pitchFamily="34" charset="0"/>
            </a:endParaRPr>
          </a:p>
          <a:p>
            <a:pPr algn="just">
              <a:lnSpc>
                <a:spcPct val="140000"/>
              </a:lnSpc>
              <a:buNone/>
            </a:pPr>
            <a:endParaRPr lang="en-IN" sz="2400" b="1" dirty="0">
              <a:latin typeface="TAU-Marutham" pitchFamily="34" charset="0"/>
              <a:ea typeface="Calibri" pitchFamily="34" charset="0"/>
              <a:cs typeface="TAU-Marutham" pitchFamily="34" charset="0"/>
            </a:endParaRPr>
          </a:p>
          <a:p>
            <a:endParaRPr lang="en-US" dirty="0"/>
          </a:p>
          <a:p>
            <a:endParaRPr lang="en-US"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29</a:t>
            </a:fld>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76672"/>
            <a:ext cx="8229600" cy="5649491"/>
          </a:xfrm>
        </p:spPr>
        <p:txBody>
          <a:bodyPr>
            <a:normAutofit/>
          </a:bodyPr>
          <a:lstStyle/>
          <a:p>
            <a:pPr algn="just">
              <a:lnSpc>
                <a:spcPct val="150000"/>
              </a:lnSpc>
              <a:buFont typeface="Wingdings" pitchFamily="2" charset="2"/>
              <a:buChar char="Ø"/>
            </a:pPr>
            <a:r>
              <a:rPr lang="en-IN" sz="2100" dirty="0" err="1">
                <a:latin typeface="TAU-Marutham" pitchFamily="34" charset="0"/>
                <a:ea typeface="Calibri" pitchFamily="34" charset="0"/>
                <a:cs typeface="TAU-Marutham" pitchFamily="34" charset="0"/>
              </a:rPr>
              <a:t>கடந்த</a:t>
            </a:r>
            <a:r>
              <a:rPr lang="en-IN" sz="2100" dirty="0">
                <a:latin typeface="TAU-Marutham" pitchFamily="34" charset="0"/>
                <a:ea typeface="Calibri" pitchFamily="34" charset="0"/>
                <a:cs typeface="TAU-Marutham" pitchFamily="34" charset="0"/>
              </a:rPr>
              <a:t> 2018 </a:t>
            </a:r>
            <a:r>
              <a:rPr lang="en-IN" sz="2100" dirty="0" err="1">
                <a:latin typeface="TAU-Marutham" pitchFamily="34" charset="0"/>
                <a:ea typeface="Calibri" pitchFamily="34" charset="0"/>
                <a:cs typeface="TAU-Marutham" pitchFamily="34" charset="0"/>
              </a:rPr>
              <a:t>தேர்தலில்</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இது</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போன்ற</a:t>
            </a:r>
            <a:r>
              <a:rPr lang="en-IN" sz="2100" dirty="0">
                <a:latin typeface="TAU-Marutham" pitchFamily="34" charset="0"/>
                <a:ea typeface="Calibri" pitchFamily="34" charset="0"/>
                <a:cs typeface="TAU-Marutham" pitchFamily="34" charset="0"/>
              </a:rPr>
              <a:t> 115 </a:t>
            </a:r>
            <a:r>
              <a:rPr lang="en-IN" sz="2100" dirty="0" err="1">
                <a:latin typeface="TAU-Marutham" pitchFamily="34" charset="0"/>
                <a:ea typeface="Calibri" pitchFamily="34" charset="0"/>
                <a:cs typeface="TAU-Marutham" pitchFamily="34" charset="0"/>
              </a:rPr>
              <a:t>சங்கங்களின்</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தேர்தல்கள்</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நிறுத்தப்பட்டது</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கவலை</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அளிக்கிறது</a:t>
            </a:r>
            <a:r>
              <a:rPr lang="en-IN" sz="2100" dirty="0">
                <a:latin typeface="TAU-Marutham" pitchFamily="34" charset="0"/>
                <a:ea typeface="Calibri" pitchFamily="34" charset="0"/>
                <a:cs typeface="TAU-Marutham" pitchFamily="34" charset="0"/>
              </a:rPr>
              <a:t>.</a:t>
            </a:r>
            <a:endParaRPr lang="en-US" sz="2100" dirty="0">
              <a:latin typeface="TAU-Marutham" pitchFamily="34" charset="0"/>
              <a:ea typeface="Calibri" pitchFamily="34" charset="0"/>
              <a:cs typeface="TAU-Marutham" pitchFamily="34" charset="0"/>
            </a:endParaRPr>
          </a:p>
          <a:p>
            <a:pPr algn="just">
              <a:lnSpc>
                <a:spcPct val="150000"/>
              </a:lnSpc>
              <a:buFont typeface="Wingdings" pitchFamily="2" charset="2"/>
              <a:buChar char="Ø"/>
            </a:pPr>
            <a:r>
              <a:rPr lang="en-IN" sz="2100" dirty="0" err="1">
                <a:latin typeface="TAU-Marutham" pitchFamily="34" charset="0"/>
                <a:ea typeface="Calibri" pitchFamily="34" charset="0"/>
                <a:cs typeface="TAU-Marutham" pitchFamily="34" charset="0"/>
              </a:rPr>
              <a:t>இனியும்</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இந்த</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நிலை</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தொடரக்</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கூடாது</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என</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ஆணையம்</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தெரிவிக்க</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விரும்புகிறது</a:t>
            </a:r>
            <a:r>
              <a:rPr lang="en-IN" sz="2100" dirty="0">
                <a:latin typeface="TAU-Marutham" pitchFamily="34" charset="0"/>
                <a:ea typeface="Calibri" pitchFamily="34" charset="0"/>
                <a:cs typeface="TAU-Marutham" pitchFamily="34" charset="0"/>
              </a:rPr>
              <a:t>.</a:t>
            </a:r>
            <a:endParaRPr lang="en-US" sz="2100" dirty="0">
              <a:latin typeface="TAU-Marutham" pitchFamily="34" charset="0"/>
              <a:ea typeface="Calibri" pitchFamily="34" charset="0"/>
              <a:cs typeface="TAU-Marutham" pitchFamily="34" charset="0"/>
            </a:endParaRPr>
          </a:p>
          <a:p>
            <a:pPr lvl="0" algn="just">
              <a:lnSpc>
                <a:spcPct val="150000"/>
              </a:lnSpc>
              <a:buFont typeface="Wingdings" pitchFamily="2" charset="2"/>
              <a:buChar char="Ø"/>
            </a:pPr>
            <a:r>
              <a:rPr lang="en-IN" sz="2100" dirty="0" err="1">
                <a:latin typeface="TAU-Marutham" pitchFamily="34" charset="0"/>
                <a:ea typeface="Calibri" pitchFamily="34" charset="0"/>
                <a:cs typeface="TAU-Marutham" pitchFamily="34" charset="0"/>
              </a:rPr>
              <a:t>அற்ப</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காரணங்களைக்காட்டி</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தேர்தல்</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நிறுத்துவது</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மிகவும்</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கண்டனத்திற்குரியதும்</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ஏற்று</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கொள்ள</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இயலாததுமாகும்</a:t>
            </a:r>
            <a:r>
              <a:rPr lang="en-IN" sz="2100" dirty="0">
                <a:latin typeface="TAU-Marutham" pitchFamily="34" charset="0"/>
                <a:ea typeface="Calibri" pitchFamily="34" charset="0"/>
                <a:cs typeface="TAU-Marutham" pitchFamily="34" charset="0"/>
              </a:rPr>
              <a:t>.</a:t>
            </a:r>
            <a:endParaRPr lang="en-US" sz="2100" dirty="0">
              <a:latin typeface="TAU-Marutham" pitchFamily="34" charset="0"/>
              <a:ea typeface="Calibri" pitchFamily="34" charset="0"/>
              <a:cs typeface="TAU-Marutham" pitchFamily="34" charset="0"/>
            </a:endParaRPr>
          </a:p>
          <a:p>
            <a:pPr lvl="0" algn="just">
              <a:lnSpc>
                <a:spcPct val="150000"/>
              </a:lnSpc>
              <a:buFont typeface="Wingdings" pitchFamily="2" charset="2"/>
              <a:buChar char="Ø"/>
            </a:pPr>
            <a:r>
              <a:rPr lang="en-IN" sz="2100" dirty="0" err="1">
                <a:latin typeface="TAU-Marutham" pitchFamily="34" charset="0"/>
                <a:ea typeface="Calibri" pitchFamily="34" charset="0"/>
                <a:cs typeface="TAU-Marutham" pitchFamily="34" charset="0"/>
              </a:rPr>
              <a:t>தேர்தல்</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நடவடிக்கை</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விதி</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எண்</a:t>
            </a:r>
            <a:r>
              <a:rPr lang="en-IN" sz="2100" dirty="0">
                <a:latin typeface="TAU-Marutham" pitchFamily="34" charset="0"/>
                <a:ea typeface="Calibri" pitchFamily="34" charset="0"/>
                <a:cs typeface="TAU-Marutham" pitchFamily="34" charset="0"/>
              </a:rPr>
              <a:t>. 52(18)(a) </a:t>
            </a:r>
            <a:r>
              <a:rPr lang="en-IN" sz="2100" dirty="0" err="1">
                <a:latin typeface="TAU-Marutham" pitchFamily="34" charset="0"/>
                <a:ea typeface="Calibri" pitchFamily="34" charset="0"/>
                <a:cs typeface="TAU-Marutham" pitchFamily="34" charset="0"/>
              </a:rPr>
              <a:t>மற்றும்</a:t>
            </a:r>
            <a:r>
              <a:rPr lang="en-IN" sz="2100" dirty="0">
                <a:latin typeface="TAU-Marutham" pitchFamily="34" charset="0"/>
                <a:ea typeface="Calibri" pitchFamily="34" charset="0"/>
                <a:cs typeface="TAU-Marutham" pitchFamily="34" charset="0"/>
              </a:rPr>
              <a:t> 53(11)(a)-</a:t>
            </a:r>
            <a:r>
              <a:rPr lang="en-IN" sz="2100" dirty="0" err="1">
                <a:latin typeface="TAU-Marutham" pitchFamily="34" charset="0"/>
                <a:ea typeface="Calibri" pitchFamily="34" charset="0"/>
                <a:cs typeface="TAU-Marutham" pitchFamily="34" charset="0"/>
              </a:rPr>
              <a:t>ன்</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கீழ்</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நிறுத்தப்பட்டுள்ள</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விபரம்</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உடனடியாக</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அறிவிக்கப்பட</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வேண்டும்</a:t>
            </a:r>
            <a:r>
              <a:rPr lang="en-IN" sz="2100" dirty="0">
                <a:latin typeface="TAU-Marutham" pitchFamily="34" charset="0"/>
                <a:ea typeface="Calibri" pitchFamily="34" charset="0"/>
                <a:cs typeface="TAU-Marutham" pitchFamily="34" charset="0"/>
              </a:rPr>
              <a:t>.</a:t>
            </a:r>
            <a:endParaRPr lang="en-US" sz="2100" dirty="0">
              <a:latin typeface="TAU-Marutham" pitchFamily="34" charset="0"/>
              <a:ea typeface="Calibri" pitchFamily="34" charset="0"/>
              <a:cs typeface="TAU-Marutham" pitchFamily="34" charset="0"/>
            </a:endParaRPr>
          </a:p>
          <a:p>
            <a:pPr lvl="0" algn="just">
              <a:lnSpc>
                <a:spcPct val="150000"/>
              </a:lnSpc>
              <a:buFont typeface="Wingdings" pitchFamily="2" charset="2"/>
              <a:buChar char="Ø"/>
            </a:pPr>
            <a:r>
              <a:rPr lang="en-IN" sz="2100" dirty="0" err="1">
                <a:latin typeface="TAU-Marutham" pitchFamily="34" charset="0"/>
                <a:ea typeface="Calibri" pitchFamily="34" charset="0"/>
                <a:cs typeface="TAU-Marutham" pitchFamily="34" charset="0"/>
              </a:rPr>
              <a:t>மீறும்</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தேர்தல்</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அலுவலர்கள்</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மீது</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ஒழுங்கு</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நடவடிக்கை</a:t>
            </a:r>
            <a:r>
              <a:rPr lang="en-IN" sz="2100" dirty="0">
                <a:latin typeface="TAU-Marutham" pitchFamily="34" charset="0"/>
                <a:ea typeface="Calibri" pitchFamily="34" charset="0"/>
                <a:cs typeface="TAU-Marutham" pitchFamily="34" charset="0"/>
              </a:rPr>
              <a:t> </a:t>
            </a:r>
            <a:r>
              <a:rPr lang="en-IN" sz="2100" dirty="0" err="1">
                <a:latin typeface="TAU-Marutham" pitchFamily="34" charset="0"/>
                <a:ea typeface="Calibri" pitchFamily="34" charset="0"/>
                <a:cs typeface="TAU-Marutham" pitchFamily="34" charset="0"/>
              </a:rPr>
              <a:t>எடுக்கப்படும்</a:t>
            </a:r>
            <a:r>
              <a:rPr lang="en-IN" sz="2100" dirty="0">
                <a:latin typeface="TAU-Marutham" pitchFamily="34" charset="0"/>
                <a:ea typeface="Calibri" pitchFamily="34" charset="0"/>
                <a:cs typeface="TAU-Marutham" pitchFamily="34" charset="0"/>
              </a:rPr>
              <a:t>.</a:t>
            </a:r>
          </a:p>
          <a:p>
            <a:pPr lvl="0" algn="just">
              <a:lnSpc>
                <a:spcPct val="150000"/>
              </a:lnSpc>
            </a:pPr>
            <a:endParaRPr lang="en-US" sz="2100" dirty="0">
              <a:latin typeface="TAU-Marutham" pitchFamily="34" charset="0"/>
              <a:ea typeface="Calibri" pitchFamily="34" charset="0"/>
              <a:cs typeface="TAU-Marutham" pitchFamily="34" charset="0"/>
            </a:endParaRPr>
          </a:p>
          <a:p>
            <a:pPr lvl="0" algn="just">
              <a:lnSpc>
                <a:spcPct val="150000"/>
              </a:lnSpc>
              <a:buNone/>
            </a:pPr>
            <a:endParaRPr lang="en-US" sz="2100" dirty="0">
              <a:latin typeface="TAU-Marutham" pitchFamily="34" charset="0"/>
              <a:ea typeface="Calibri" pitchFamily="34" charset="0"/>
              <a:cs typeface="TAU-Marutham" pitchFamily="34" charset="0"/>
            </a:endParaRPr>
          </a:p>
          <a:p>
            <a:endParaRPr lang="en-US"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30</a:t>
            </a:fld>
            <a:endParaRPr lang="en-US"/>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4664"/>
            <a:ext cx="8229600" cy="6840759"/>
          </a:xfrm>
        </p:spPr>
        <p:txBody>
          <a:bodyPr>
            <a:normAutofit fontScale="25000" lnSpcReduction="20000"/>
          </a:bodyPr>
          <a:lstStyle/>
          <a:p>
            <a:pPr algn="ctr">
              <a:lnSpc>
                <a:spcPct val="120000"/>
              </a:lnSpc>
              <a:buNone/>
            </a:pPr>
            <a:r>
              <a:rPr lang="en-IN" sz="11200" b="1" dirty="0">
                <a:latin typeface="TAU-Marutham" pitchFamily="34" charset="0"/>
                <a:ea typeface="Calibri" pitchFamily="34" charset="0"/>
                <a:cs typeface="TAU-Marutham" pitchFamily="34" charset="0"/>
              </a:rPr>
              <a:t>   </a:t>
            </a:r>
            <a:r>
              <a:rPr lang="en-IN" sz="11200" b="1" u="sng" dirty="0">
                <a:latin typeface="TAU-Marutham" pitchFamily="34" charset="0"/>
                <a:ea typeface="Calibri" pitchFamily="34" charset="0"/>
                <a:cs typeface="TAU-Marutham" pitchFamily="34" charset="0"/>
              </a:rPr>
              <a:t> </a:t>
            </a:r>
            <a:r>
              <a:rPr lang="en-IN" sz="9600" b="1" u="sng" dirty="0" err="1">
                <a:latin typeface="TAU-Marutham" pitchFamily="34" charset="0"/>
                <a:ea typeface="Calibri" pitchFamily="34" charset="0"/>
                <a:cs typeface="TAU-Marutham" pitchFamily="34" charset="0"/>
              </a:rPr>
              <a:t>உரிய</a:t>
            </a:r>
            <a:r>
              <a:rPr lang="en-IN" sz="9600" b="1" u="sng" dirty="0">
                <a:latin typeface="TAU-Marutham" pitchFamily="34" charset="0"/>
                <a:ea typeface="Calibri" pitchFamily="34" charset="0"/>
                <a:cs typeface="TAU-Marutham" pitchFamily="34" charset="0"/>
              </a:rPr>
              <a:t> </a:t>
            </a:r>
            <a:r>
              <a:rPr lang="en-IN" sz="9600" b="1" u="sng" dirty="0" err="1">
                <a:latin typeface="TAU-Marutham" pitchFamily="34" charset="0"/>
                <a:ea typeface="Calibri" pitchFamily="34" charset="0"/>
                <a:cs typeface="TAU-Marutham" pitchFamily="34" charset="0"/>
              </a:rPr>
              <a:t>பாதுகாப்பு</a:t>
            </a:r>
            <a:r>
              <a:rPr lang="en-IN" sz="9600" b="1" u="sng" dirty="0">
                <a:latin typeface="TAU-Marutham" pitchFamily="34" charset="0"/>
                <a:ea typeface="Calibri" pitchFamily="34" charset="0"/>
                <a:cs typeface="TAU-Marutham" pitchFamily="34" charset="0"/>
              </a:rPr>
              <a:t> </a:t>
            </a:r>
            <a:r>
              <a:rPr lang="en-IN" sz="9600" b="1" u="sng" dirty="0" err="1">
                <a:latin typeface="TAU-Marutham" pitchFamily="34" charset="0"/>
                <a:ea typeface="Calibri" pitchFamily="34" charset="0"/>
                <a:cs typeface="TAU-Marutham" pitchFamily="34" charset="0"/>
              </a:rPr>
              <a:t>மற்றும்</a:t>
            </a:r>
            <a:r>
              <a:rPr lang="en-IN" sz="9600" b="1" u="sng" dirty="0">
                <a:latin typeface="TAU-Marutham" pitchFamily="34" charset="0"/>
                <a:ea typeface="Calibri" pitchFamily="34" charset="0"/>
                <a:cs typeface="TAU-Marutham" pitchFamily="34" charset="0"/>
              </a:rPr>
              <a:t> </a:t>
            </a:r>
            <a:r>
              <a:rPr lang="en-IN" sz="9600" b="1" u="sng" dirty="0" err="1">
                <a:latin typeface="TAU-Marutham" pitchFamily="34" charset="0"/>
                <a:ea typeface="Calibri" pitchFamily="34" charset="0"/>
                <a:cs typeface="TAU-Marutham" pitchFamily="34" charset="0"/>
              </a:rPr>
              <a:t>ஒழுங்கு</a:t>
            </a:r>
            <a:r>
              <a:rPr lang="en-IN" sz="9600" b="1" u="sng" dirty="0">
                <a:latin typeface="TAU-Marutham" pitchFamily="34" charset="0"/>
                <a:ea typeface="Calibri" pitchFamily="34" charset="0"/>
                <a:cs typeface="TAU-Marutham" pitchFamily="34" charset="0"/>
              </a:rPr>
              <a:t> </a:t>
            </a:r>
            <a:r>
              <a:rPr lang="en-IN" sz="9600" b="1" u="sng" dirty="0" err="1">
                <a:latin typeface="TAU-Marutham" pitchFamily="34" charset="0"/>
                <a:ea typeface="Calibri" pitchFamily="34" charset="0"/>
                <a:cs typeface="TAU-Marutham" pitchFamily="34" charset="0"/>
              </a:rPr>
              <a:t>நடவடிக்கை</a:t>
            </a:r>
            <a:r>
              <a:rPr lang="en-IN" sz="9600" b="1" u="sng" dirty="0">
                <a:latin typeface="TAU-Marutham" pitchFamily="34" charset="0"/>
                <a:ea typeface="Calibri" pitchFamily="34" charset="0"/>
                <a:cs typeface="TAU-Marutham" pitchFamily="34" charset="0"/>
              </a:rPr>
              <a:t> </a:t>
            </a:r>
            <a:r>
              <a:rPr lang="en-IN" sz="9600" b="1" u="sng" dirty="0" err="1">
                <a:latin typeface="TAU-Marutham" pitchFamily="34" charset="0"/>
                <a:ea typeface="Calibri" pitchFamily="34" charset="0"/>
                <a:cs typeface="TAU-Marutham" pitchFamily="34" charset="0"/>
              </a:rPr>
              <a:t>மேற்கொள்ளுதல்</a:t>
            </a:r>
            <a:r>
              <a:rPr lang="en-IN" sz="9600" b="1" u="sng" dirty="0">
                <a:latin typeface="TAU-Marutham" pitchFamily="34" charset="0"/>
                <a:ea typeface="Calibri" pitchFamily="34" charset="0"/>
                <a:cs typeface="TAU-Marutham" pitchFamily="34" charset="0"/>
              </a:rPr>
              <a:t> (Sufficient Police </a:t>
            </a:r>
            <a:r>
              <a:rPr lang="en-IN" sz="9600" b="1" u="sng" dirty="0" err="1">
                <a:latin typeface="TAU-Marutham" pitchFamily="34" charset="0"/>
                <a:ea typeface="Calibri" pitchFamily="34" charset="0"/>
                <a:cs typeface="TAU-Marutham" pitchFamily="34" charset="0"/>
              </a:rPr>
              <a:t>Bandobast</a:t>
            </a:r>
            <a:r>
              <a:rPr lang="en-IN" sz="9600" b="1" u="sng" dirty="0">
                <a:latin typeface="TAU-Marutham" pitchFamily="34" charset="0"/>
                <a:ea typeface="Calibri" pitchFamily="34" charset="0"/>
                <a:cs typeface="TAU-Marutham" pitchFamily="34" charset="0"/>
              </a:rPr>
              <a:t> /Protection) </a:t>
            </a:r>
          </a:p>
          <a:p>
            <a:pPr algn="ctr">
              <a:lnSpc>
                <a:spcPct val="170000"/>
              </a:lnSpc>
              <a:buNone/>
            </a:pPr>
            <a:r>
              <a:rPr lang="en-US" sz="8000" b="1" dirty="0" err="1">
                <a:solidFill>
                  <a:srgbClr val="0070C0"/>
                </a:solidFill>
                <a:latin typeface="TAU-Marutham" pitchFamily="34" charset="0"/>
                <a:ea typeface="Calibri" pitchFamily="34" charset="0"/>
                <a:cs typeface="TAU-Marutham" pitchFamily="34" charset="0"/>
              </a:rPr>
              <a:t>ஆணைய</a:t>
            </a:r>
            <a:r>
              <a:rPr lang="en-US" sz="8000" b="1" dirty="0">
                <a:solidFill>
                  <a:srgbClr val="0070C0"/>
                </a:solidFill>
                <a:latin typeface="TAU-Marutham" pitchFamily="34" charset="0"/>
                <a:ea typeface="Calibri" pitchFamily="34" charset="0"/>
                <a:cs typeface="TAU-Marutham" pitchFamily="34" charset="0"/>
              </a:rPr>
              <a:t> </a:t>
            </a:r>
            <a:r>
              <a:rPr lang="en-US" sz="8000" b="1" dirty="0" err="1">
                <a:solidFill>
                  <a:srgbClr val="0070C0"/>
                </a:solidFill>
                <a:latin typeface="TAU-Marutham" pitchFamily="34" charset="0"/>
                <a:ea typeface="Calibri" pitchFamily="34" charset="0"/>
                <a:cs typeface="TAU-Marutham" pitchFamily="34" charset="0"/>
              </a:rPr>
              <a:t>சுற்றறிக்கை</a:t>
            </a:r>
            <a:r>
              <a:rPr lang="en-US" sz="8000" b="1" dirty="0">
                <a:solidFill>
                  <a:srgbClr val="0070C0"/>
                </a:solidFill>
                <a:latin typeface="TAU-Marutham" pitchFamily="34" charset="0"/>
                <a:ea typeface="Calibri" pitchFamily="34" charset="0"/>
                <a:cs typeface="TAU-Marutham" pitchFamily="34" charset="0"/>
              </a:rPr>
              <a:t> </a:t>
            </a:r>
            <a:r>
              <a:rPr lang="en-US" sz="8000" b="1" dirty="0" err="1">
                <a:solidFill>
                  <a:srgbClr val="0070C0"/>
                </a:solidFill>
                <a:latin typeface="TAU-Marutham" pitchFamily="34" charset="0"/>
                <a:ea typeface="Calibri" pitchFamily="34" charset="0"/>
                <a:cs typeface="TAU-Marutham" pitchFamily="34" charset="0"/>
              </a:rPr>
              <a:t>ந.க.எண்</a:t>
            </a:r>
            <a:r>
              <a:rPr lang="en-US" sz="8000" b="1" dirty="0">
                <a:solidFill>
                  <a:srgbClr val="0070C0"/>
                </a:solidFill>
                <a:latin typeface="TAU-Marutham" pitchFamily="34" charset="0"/>
                <a:ea typeface="Calibri" pitchFamily="34" charset="0"/>
                <a:cs typeface="TAU-Marutham" pitchFamily="34" charset="0"/>
              </a:rPr>
              <a:t> 980/2022/கூதே5,                      </a:t>
            </a:r>
            <a:r>
              <a:rPr lang="en-US" sz="8000" b="1" dirty="0" err="1">
                <a:solidFill>
                  <a:srgbClr val="0070C0"/>
                </a:solidFill>
                <a:latin typeface="TAU-Marutham" pitchFamily="34" charset="0"/>
                <a:ea typeface="Calibri" pitchFamily="34" charset="0"/>
                <a:cs typeface="TAU-Marutham" pitchFamily="34" charset="0"/>
              </a:rPr>
              <a:t>நாள்</a:t>
            </a:r>
            <a:r>
              <a:rPr lang="en-US" sz="8000" b="1" dirty="0">
                <a:solidFill>
                  <a:srgbClr val="0070C0"/>
                </a:solidFill>
                <a:latin typeface="TAU-Marutham" pitchFamily="34" charset="0"/>
                <a:ea typeface="Calibri" pitchFamily="34" charset="0"/>
                <a:cs typeface="TAU-Marutham" pitchFamily="34" charset="0"/>
              </a:rPr>
              <a:t> 06.10.2022</a:t>
            </a:r>
            <a:endParaRPr lang="en-US" sz="8000" b="1" dirty="0">
              <a:latin typeface="TAU-Marutham" pitchFamily="34" charset="0"/>
              <a:ea typeface="Calibri" pitchFamily="34" charset="0"/>
              <a:cs typeface="TAU-Marutham" pitchFamily="34" charset="0"/>
            </a:endParaRPr>
          </a:p>
          <a:p>
            <a:pPr lvl="0" algn="just">
              <a:lnSpc>
                <a:spcPct val="170000"/>
              </a:lnSpc>
              <a:buFont typeface="Wingdings" pitchFamily="2" charset="2"/>
              <a:buChar char="Ø"/>
            </a:pPr>
            <a:r>
              <a:rPr lang="en-IN" sz="7200" dirty="0" err="1">
                <a:latin typeface="TAU-Marutham" pitchFamily="34" charset="0"/>
                <a:ea typeface="Calibri" pitchFamily="34" charset="0"/>
                <a:cs typeface="TAU-Marutham" pitchFamily="34" charset="0"/>
              </a:rPr>
              <a:t>கடந்த</a:t>
            </a:r>
            <a:r>
              <a:rPr lang="en-IN" sz="7200" dirty="0">
                <a:latin typeface="TAU-Marutham" pitchFamily="34" charset="0"/>
                <a:ea typeface="Calibri" pitchFamily="34" charset="0"/>
                <a:cs typeface="TAU-Marutham" pitchFamily="34" charset="0"/>
              </a:rPr>
              <a:t> 2018 </a:t>
            </a:r>
            <a:r>
              <a:rPr lang="en-IN" sz="7200" dirty="0" err="1">
                <a:latin typeface="TAU-Marutham" pitchFamily="34" charset="0"/>
                <a:ea typeface="Calibri" pitchFamily="34" charset="0"/>
                <a:cs typeface="TAU-Marutham" pitchFamily="34" charset="0"/>
              </a:rPr>
              <a:t>ஒட்டுமொத்த</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தேர்தல்களில்</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சட்டம்</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ஒழுங்கு</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காரணம்</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காட்டி</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மிக</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சாதாரணமாக</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தேர்தல்</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நடவடிக்கைகள்</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நிறுத்தப்பட்டன</a:t>
            </a:r>
            <a:r>
              <a:rPr lang="en-IN" sz="7200" dirty="0">
                <a:latin typeface="TAU-Marutham" pitchFamily="34" charset="0"/>
                <a:ea typeface="Calibri" pitchFamily="34" charset="0"/>
                <a:cs typeface="TAU-Marutham" pitchFamily="34" charset="0"/>
              </a:rPr>
              <a:t>.</a:t>
            </a:r>
            <a:endParaRPr lang="en-US" sz="7200" dirty="0" err="1">
              <a:latin typeface="TAU-Marutham" pitchFamily="34" charset="0"/>
              <a:ea typeface="Calibri" pitchFamily="34" charset="0"/>
              <a:cs typeface="TAU-Marutham" pitchFamily="34" charset="0"/>
            </a:endParaRPr>
          </a:p>
          <a:p>
            <a:pPr lvl="0" algn="just">
              <a:lnSpc>
                <a:spcPct val="170000"/>
              </a:lnSpc>
              <a:buFont typeface="Wingdings" pitchFamily="2" charset="2"/>
              <a:buChar char="Ø"/>
            </a:pPr>
            <a:r>
              <a:rPr lang="en-IN" sz="7200" dirty="0" err="1">
                <a:latin typeface="TAU-Marutham" pitchFamily="34" charset="0"/>
                <a:ea typeface="Calibri" pitchFamily="34" charset="0"/>
                <a:cs typeface="TAU-Marutham" pitchFamily="34" charset="0"/>
              </a:rPr>
              <a:t>வேட்புமனு தாக்கலின்போது ஒழுங்குபடுத்தப்படாத கூட்டம், தேர்தல் அதிகாரியிடமிருந்து தேர்தல் ஆவணங்களை பறிப்பது, கிழிப்பது போன்றவை.</a:t>
            </a:r>
            <a:endParaRPr lang="en-US" sz="7200" dirty="0" err="1">
              <a:latin typeface="TAU-Marutham" pitchFamily="34" charset="0"/>
              <a:ea typeface="Calibri" pitchFamily="34" charset="0"/>
              <a:cs typeface="TAU-Marutham" pitchFamily="34" charset="0"/>
            </a:endParaRPr>
          </a:p>
          <a:p>
            <a:pPr lvl="0" algn="just">
              <a:lnSpc>
                <a:spcPct val="170000"/>
              </a:lnSpc>
              <a:buFont typeface="Wingdings" pitchFamily="2" charset="2"/>
              <a:buChar char="Ø"/>
            </a:pPr>
            <a:r>
              <a:rPr lang="en-IN" sz="7200" dirty="0" err="1">
                <a:latin typeface="TAU-Marutham" pitchFamily="34" charset="0"/>
                <a:ea typeface="Calibri" pitchFamily="34" charset="0"/>
                <a:cs typeface="TAU-Marutham" pitchFamily="34" charset="0"/>
              </a:rPr>
              <a:t>காவல்துறையினரால்</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சட்ட</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ஒழுங்கு</a:t>
            </a:r>
            <a:r>
              <a:rPr lang="en-IN" sz="7200" dirty="0">
                <a:latin typeface="TAU-Marutham" pitchFamily="34" charset="0"/>
                <a:ea typeface="Calibri" pitchFamily="34" charset="0"/>
                <a:cs typeface="TAU-Marutham" pitchFamily="34" charset="0"/>
              </a:rPr>
              <a:t> (L</a:t>
            </a:r>
            <a:r>
              <a:rPr lang="en-US" sz="7200" dirty="0">
                <a:latin typeface="TAU-Marutham" pitchFamily="34" charset="0"/>
                <a:ea typeface="Calibri" pitchFamily="34" charset="0"/>
                <a:cs typeface="TAU-Marutham" pitchFamily="34" charset="0"/>
              </a:rPr>
              <a:t>aw &amp; </a:t>
            </a:r>
            <a:r>
              <a:rPr lang="en-IN" sz="7200" dirty="0">
                <a:latin typeface="TAU-Marutham" pitchFamily="34" charset="0"/>
                <a:ea typeface="Calibri" pitchFamily="34" charset="0"/>
                <a:cs typeface="TAU-Marutham" pitchFamily="34" charset="0"/>
              </a:rPr>
              <a:t>Order) </a:t>
            </a:r>
            <a:r>
              <a:rPr lang="en-IN" sz="7200" dirty="0" err="1">
                <a:latin typeface="TAU-Marutham" pitchFamily="34" charset="0"/>
                <a:ea typeface="Calibri" pitchFamily="34" charset="0"/>
                <a:cs typeface="TAU-Marutham" pitchFamily="34" charset="0"/>
              </a:rPr>
              <a:t>பிரச்சினை</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ஏற்படும்</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என</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வாய்மொழியாக</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அறிவுறுத்தியதின்படி</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தேர்தல்</a:t>
            </a:r>
            <a:r>
              <a:rPr lang="en-IN" sz="7200" dirty="0">
                <a:latin typeface="TAU-Marutham" pitchFamily="34" charset="0"/>
                <a:ea typeface="Calibri" pitchFamily="34" charset="0"/>
                <a:cs typeface="TAU-Marutham" pitchFamily="34" charset="0"/>
              </a:rPr>
              <a:t> </a:t>
            </a:r>
            <a:r>
              <a:rPr lang="en-IN" sz="7200" dirty="0" err="1">
                <a:latin typeface="TAU-Marutham" pitchFamily="34" charset="0"/>
                <a:ea typeface="Calibri" pitchFamily="34" charset="0"/>
                <a:cs typeface="TAU-Marutham" pitchFamily="34" charset="0"/>
              </a:rPr>
              <a:t>நிறுத்தப்பட்டது</a:t>
            </a:r>
            <a:r>
              <a:rPr lang="en-IN" sz="7200" dirty="0">
                <a:latin typeface="TAU-Marutham" pitchFamily="34" charset="0"/>
                <a:ea typeface="Calibri" pitchFamily="34" charset="0"/>
                <a:cs typeface="TAU-Marutham" pitchFamily="34" charset="0"/>
              </a:rPr>
              <a:t>.</a:t>
            </a:r>
            <a:endParaRPr lang="en-US" sz="7200" dirty="0" err="1">
              <a:latin typeface="TAU-Marutham" pitchFamily="34" charset="0"/>
              <a:ea typeface="Calibri" pitchFamily="34" charset="0"/>
              <a:cs typeface="TAU-Marutham" pitchFamily="34" charset="0"/>
            </a:endParaRPr>
          </a:p>
          <a:p>
            <a:pPr>
              <a:lnSpc>
                <a:spcPct val="170000"/>
              </a:lnSpc>
              <a:buFont typeface="Wingdings" pitchFamily="2" charset="2"/>
              <a:buChar char="Ø"/>
            </a:pPr>
            <a:endParaRPr lang="en-US"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31</a:t>
            </a:fld>
            <a:endParaRPr lang="en-US"/>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43602"/>
          </a:xfrm>
        </p:spPr>
        <p:txBody>
          <a:bodyPr>
            <a:normAutofit fontScale="32500" lnSpcReduction="20000"/>
          </a:bodyPr>
          <a:lstStyle/>
          <a:p>
            <a:pPr algn="just">
              <a:lnSpc>
                <a:spcPct val="120000"/>
              </a:lnSpc>
              <a:buFont typeface="Wingdings" pitchFamily="2" charset="2"/>
              <a:buChar char="Ø"/>
            </a:pPr>
            <a:r>
              <a:rPr lang="en-IN" sz="6200" dirty="0" err="1">
                <a:latin typeface="TAU-Marutham" pitchFamily="34" charset="0"/>
                <a:ea typeface="Calibri" pitchFamily="34" charset="0"/>
                <a:cs typeface="TAU-Marutham" pitchFamily="34" charset="0"/>
              </a:rPr>
              <a:t>இதுபோன்ற</a:t>
            </a:r>
            <a:r>
              <a:rPr lang="en-IN" sz="6200" dirty="0">
                <a:latin typeface="TAU-Marutham" pitchFamily="34" charset="0"/>
                <a:ea typeface="Calibri" pitchFamily="34" charset="0"/>
                <a:cs typeface="TAU-Marutham" pitchFamily="34" charset="0"/>
              </a:rPr>
              <a:t> </a:t>
            </a:r>
            <a:r>
              <a:rPr lang="en-IN" sz="6200" dirty="0" err="1">
                <a:latin typeface="TAU-Marutham" pitchFamily="34" charset="0"/>
                <a:ea typeface="Calibri" pitchFamily="34" charset="0"/>
                <a:cs typeface="TAU-Marutham" pitchFamily="34" charset="0"/>
              </a:rPr>
              <a:t>நிகழ்வுகளை</a:t>
            </a:r>
            <a:r>
              <a:rPr lang="en-IN" sz="6200" dirty="0">
                <a:latin typeface="TAU-Marutham" pitchFamily="34" charset="0"/>
                <a:ea typeface="Calibri" pitchFamily="34" charset="0"/>
                <a:cs typeface="TAU-Marutham" pitchFamily="34" charset="0"/>
              </a:rPr>
              <a:t> </a:t>
            </a:r>
            <a:r>
              <a:rPr lang="en-IN" sz="6200" dirty="0" err="1">
                <a:latin typeface="TAU-Marutham" pitchFamily="34" charset="0"/>
                <a:ea typeface="Calibri" pitchFamily="34" charset="0"/>
                <a:cs typeface="TAU-Marutham" pitchFamily="34" charset="0"/>
              </a:rPr>
              <a:t>நீதிமன்றங்கள்</a:t>
            </a:r>
            <a:r>
              <a:rPr lang="en-IN" sz="6200" dirty="0">
                <a:latin typeface="TAU-Marutham" pitchFamily="34" charset="0"/>
                <a:ea typeface="Calibri" pitchFamily="34" charset="0"/>
                <a:cs typeface="TAU-Marutham" pitchFamily="34" charset="0"/>
              </a:rPr>
              <a:t>, </a:t>
            </a:r>
            <a:r>
              <a:rPr lang="en-IN" sz="6200" dirty="0" err="1">
                <a:latin typeface="TAU-Marutham" pitchFamily="34" charset="0"/>
                <a:ea typeface="Calibri" pitchFamily="34" charset="0"/>
                <a:cs typeface="TAU-Marutham" pitchFamily="34" charset="0"/>
              </a:rPr>
              <a:t>மண்டலகுழுக்கள்</a:t>
            </a:r>
            <a:r>
              <a:rPr lang="en-IN" sz="6200" dirty="0">
                <a:latin typeface="TAU-Marutham" pitchFamily="34" charset="0"/>
                <a:ea typeface="Calibri" pitchFamily="34" charset="0"/>
                <a:cs typeface="TAU-Marutham" pitchFamily="34" charset="0"/>
              </a:rPr>
              <a:t> </a:t>
            </a:r>
            <a:r>
              <a:rPr lang="en-IN" sz="6200" dirty="0" err="1">
                <a:latin typeface="TAU-Marutham" pitchFamily="34" charset="0"/>
                <a:ea typeface="Calibri" pitchFamily="34" charset="0"/>
                <a:cs typeface="TAU-Marutham" pitchFamily="34" charset="0"/>
              </a:rPr>
              <a:t>ஆகியவை</a:t>
            </a:r>
            <a:r>
              <a:rPr lang="en-IN" sz="6200" dirty="0">
                <a:latin typeface="TAU-Marutham" pitchFamily="34" charset="0"/>
                <a:ea typeface="Calibri" pitchFamily="34" charset="0"/>
                <a:cs typeface="TAU-Marutham" pitchFamily="34" charset="0"/>
              </a:rPr>
              <a:t> </a:t>
            </a:r>
            <a:r>
              <a:rPr lang="en-IN" sz="6200" dirty="0" err="1">
                <a:latin typeface="TAU-Marutham" pitchFamily="34" charset="0"/>
                <a:ea typeface="Calibri" pitchFamily="34" charset="0"/>
                <a:cs typeface="TAU-Marutham" pitchFamily="34" charset="0"/>
              </a:rPr>
              <a:t>கடுமையாக</a:t>
            </a:r>
            <a:r>
              <a:rPr lang="en-IN" sz="6200" dirty="0">
                <a:latin typeface="TAU-Marutham" pitchFamily="34" charset="0"/>
                <a:ea typeface="Calibri" pitchFamily="34" charset="0"/>
                <a:cs typeface="TAU-Marutham" pitchFamily="34" charset="0"/>
              </a:rPr>
              <a:t> </a:t>
            </a:r>
            <a:r>
              <a:rPr lang="en-IN" sz="6200" dirty="0" err="1">
                <a:latin typeface="TAU-Marutham" pitchFamily="34" charset="0"/>
                <a:ea typeface="Calibri" pitchFamily="34" charset="0"/>
                <a:cs typeface="TAU-Marutham" pitchFamily="34" charset="0"/>
              </a:rPr>
              <a:t>விமர்சித்துள்ளன</a:t>
            </a:r>
            <a:r>
              <a:rPr lang="en-IN" sz="6200" dirty="0">
                <a:latin typeface="TAU-Marutham" pitchFamily="34" charset="0"/>
                <a:ea typeface="Calibri" pitchFamily="34" charset="0"/>
                <a:cs typeface="TAU-Marutham" pitchFamily="34" charset="0"/>
              </a:rPr>
              <a:t> </a:t>
            </a:r>
            <a:r>
              <a:rPr lang="en-IN" sz="6200" dirty="0" err="1">
                <a:latin typeface="TAU-Marutham" pitchFamily="34" charset="0"/>
                <a:ea typeface="Calibri" pitchFamily="34" charset="0"/>
                <a:cs typeface="TAU-Marutham" pitchFamily="34" charset="0"/>
              </a:rPr>
              <a:t>என்பதை</a:t>
            </a:r>
            <a:r>
              <a:rPr lang="en-IN" sz="6200" dirty="0">
                <a:latin typeface="TAU-Marutham" pitchFamily="34" charset="0"/>
                <a:ea typeface="Calibri" pitchFamily="34" charset="0"/>
                <a:cs typeface="TAU-Marutham" pitchFamily="34" charset="0"/>
              </a:rPr>
              <a:t> </a:t>
            </a:r>
            <a:r>
              <a:rPr lang="en-IN" sz="6200" dirty="0" err="1">
                <a:latin typeface="TAU-Marutham" pitchFamily="34" charset="0"/>
                <a:ea typeface="Calibri" pitchFamily="34" charset="0"/>
                <a:cs typeface="TAU-Marutham" pitchFamily="34" charset="0"/>
              </a:rPr>
              <a:t>தெரியப்படுத்துதல்</a:t>
            </a:r>
            <a:r>
              <a:rPr lang="en-IN" sz="6200" dirty="0">
                <a:latin typeface="TAU-Marutham" pitchFamily="34" charset="0"/>
                <a:ea typeface="Calibri" pitchFamily="34" charset="0"/>
                <a:cs typeface="TAU-Marutham" pitchFamily="34" charset="0"/>
              </a:rPr>
              <a:t>.</a:t>
            </a:r>
            <a:endParaRPr lang="en-US" sz="6200" dirty="0">
              <a:latin typeface="TAU-Marutham" pitchFamily="34" charset="0"/>
              <a:ea typeface="Calibri" pitchFamily="34" charset="0"/>
              <a:cs typeface="TAU-Marutham" pitchFamily="34" charset="0"/>
            </a:endParaRPr>
          </a:p>
          <a:p>
            <a:pPr lvl="0" algn="just">
              <a:lnSpc>
                <a:spcPct val="120000"/>
              </a:lnSpc>
              <a:buFont typeface="Wingdings" pitchFamily="2" charset="2"/>
              <a:buChar char="Ø"/>
            </a:pPr>
            <a:endParaRPr lang="en-IN" sz="6200" dirty="0">
              <a:latin typeface="TAU-Marutham" pitchFamily="34" charset="0"/>
              <a:cs typeface="TAU-Marutham" pitchFamily="34" charset="0"/>
            </a:endParaRPr>
          </a:p>
          <a:p>
            <a:pPr lvl="0" algn="just">
              <a:lnSpc>
                <a:spcPct val="120000"/>
              </a:lnSpc>
              <a:buFont typeface="Wingdings" pitchFamily="2" charset="2"/>
              <a:buChar char="Ø"/>
            </a:pPr>
            <a:r>
              <a:rPr lang="en-IN" sz="6200" dirty="0" err="1">
                <a:latin typeface="TAU-Marutham" pitchFamily="34" charset="0"/>
                <a:cs typeface="TAU-Marutham" pitchFamily="34" charset="0"/>
              </a:rPr>
              <a:t>அனைத்து</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தேர்தல்</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நடவடிக்கைகளுக்கும்</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போதிய</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பாதுகாப்பு</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வழங்கிட</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காவல்துறை</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இயக்குநர்</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அறிவுறுத்தப்பட்டுள்ளார்</a:t>
            </a:r>
            <a:r>
              <a:rPr lang="en-IN" sz="6200" dirty="0">
                <a:latin typeface="TAU-Marutham" pitchFamily="34" charset="0"/>
                <a:cs typeface="TAU-Marutham" pitchFamily="34" charset="0"/>
              </a:rPr>
              <a:t>.</a:t>
            </a:r>
          </a:p>
          <a:p>
            <a:pPr lvl="0" algn="just">
              <a:lnSpc>
                <a:spcPct val="120000"/>
              </a:lnSpc>
              <a:buNone/>
            </a:pPr>
            <a:endParaRPr lang="en-IN" sz="6200" dirty="0">
              <a:latin typeface="TAU-Marutham" pitchFamily="34" charset="0"/>
              <a:cs typeface="TAU-Marutham" pitchFamily="34" charset="0"/>
            </a:endParaRPr>
          </a:p>
          <a:p>
            <a:pPr lvl="0" algn="just">
              <a:lnSpc>
                <a:spcPct val="120000"/>
              </a:lnSpc>
              <a:buFont typeface="Wingdings" pitchFamily="2" charset="2"/>
              <a:buChar char="Ø"/>
            </a:pPr>
            <a:r>
              <a:rPr lang="en-IN" sz="6200" dirty="0" err="1">
                <a:latin typeface="TAU-Marutham" pitchFamily="34" charset="0"/>
                <a:cs typeface="TAU-Marutham" pitchFamily="34" charset="0"/>
              </a:rPr>
              <a:t>மிகச்</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சாதாரணமாக</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சட்டம்</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மற்றும்</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ஒழுங்கு</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காரணம்</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காட்டியும்</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எதிர்நோக்கியும்</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தேர்தலை</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நிறுத்துதல்</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கூடாது</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என</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வலியுறுத்தப்பட்டுள்ளது</a:t>
            </a:r>
            <a:r>
              <a:rPr lang="en-IN" sz="6200" dirty="0">
                <a:latin typeface="TAU-Marutham" pitchFamily="34" charset="0"/>
                <a:cs typeface="TAU-Marutham" pitchFamily="34" charset="0"/>
              </a:rPr>
              <a:t>.</a:t>
            </a:r>
          </a:p>
          <a:p>
            <a:pPr lvl="0" algn="just">
              <a:lnSpc>
                <a:spcPct val="120000"/>
              </a:lnSpc>
              <a:buFont typeface="Wingdings" pitchFamily="2" charset="2"/>
              <a:buChar char="Ø"/>
            </a:pPr>
            <a:endParaRPr lang="en-IN" sz="6200" dirty="0">
              <a:latin typeface="TAU-Marutham" pitchFamily="34" charset="0"/>
              <a:cs typeface="TAU-Marutham" pitchFamily="34" charset="0"/>
            </a:endParaRPr>
          </a:p>
          <a:p>
            <a:pPr algn="just">
              <a:lnSpc>
                <a:spcPct val="120000"/>
              </a:lnSpc>
              <a:buFont typeface="Wingdings" pitchFamily="2" charset="2"/>
              <a:buChar char="Ø"/>
            </a:pPr>
            <a:r>
              <a:rPr lang="en-IN" sz="6200" dirty="0" err="1">
                <a:latin typeface="TAU-Marutham" pitchFamily="34" charset="0"/>
                <a:cs typeface="TAU-Marutham" pitchFamily="34" charset="0"/>
              </a:rPr>
              <a:t>சட்ட</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ஒழுங்கு</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காரணமாக</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தேர்தல்</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நிறுத்தப்படும்</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இனங்களில்</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அங்கு</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அப்போது</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பணியில்</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இருந்த</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காவலர்கள்</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மீது</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பணியிடைநீக்கம்</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போன்ற</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ஒழுங்கு</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நடவடிக்கை</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எடுத்திட</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DGPக்கு</a:t>
            </a:r>
            <a:r>
              <a:rPr lang="en-IN" sz="6200" dirty="0">
                <a:latin typeface="TAU-Marutham" pitchFamily="34" charset="0"/>
                <a:cs typeface="TAU-Marutham" pitchFamily="34" charset="0"/>
              </a:rPr>
              <a:t> </a:t>
            </a:r>
            <a:r>
              <a:rPr lang="en-IN" sz="6200" dirty="0" err="1">
                <a:latin typeface="TAU-Marutham" pitchFamily="34" charset="0"/>
                <a:cs typeface="TAU-Marutham" pitchFamily="34" charset="0"/>
              </a:rPr>
              <a:t>அறிவுறுத்தப்பட்டுள்ளது</a:t>
            </a:r>
            <a:r>
              <a:rPr lang="en-IN" sz="6200" dirty="0">
                <a:latin typeface="TAU-Marutham" pitchFamily="34" charset="0"/>
                <a:cs typeface="TAU-Marutham" pitchFamily="34" charset="0"/>
              </a:rPr>
              <a:t>. </a:t>
            </a:r>
          </a:p>
          <a:p>
            <a:endParaRPr lang="en-IN"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32</a:t>
            </a:fld>
            <a:endParaRPr lang="en-US"/>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5728"/>
            <a:ext cx="8507288" cy="1928826"/>
          </a:xfrm>
        </p:spPr>
        <p:txBody>
          <a:bodyPr>
            <a:noAutofit/>
          </a:bodyPr>
          <a:lstStyle/>
          <a:p>
            <a:r>
              <a:rPr lang="en-US" sz="2200" b="1" u="sng" dirty="0" err="1">
                <a:latin typeface="TAU-Marutham" pitchFamily="34" charset="0"/>
                <a:cs typeface="TAU-Marutham" pitchFamily="34" charset="0"/>
              </a:rPr>
              <a:t>கூட்டுறவு</a:t>
            </a:r>
            <a:r>
              <a:rPr lang="en-US" sz="2200" b="1" u="sng" dirty="0">
                <a:latin typeface="TAU-Marutham" pitchFamily="34" charset="0"/>
                <a:cs typeface="TAU-Marutham" pitchFamily="34" charset="0"/>
              </a:rPr>
              <a:t>   </a:t>
            </a:r>
            <a:r>
              <a:rPr lang="en-US" sz="2200" b="1" u="sng" dirty="0" err="1">
                <a:latin typeface="TAU-Marutham" pitchFamily="34" charset="0"/>
                <a:cs typeface="TAU-Marutham" pitchFamily="34" charset="0"/>
              </a:rPr>
              <a:t>சங்கத்தின்</a:t>
            </a:r>
            <a:r>
              <a:rPr lang="en-US" sz="2200" b="1" u="sng" dirty="0">
                <a:latin typeface="TAU-Marutham" pitchFamily="34" charset="0"/>
                <a:cs typeface="TAU-Marutham" pitchFamily="34" charset="0"/>
              </a:rPr>
              <a:t>   </a:t>
            </a:r>
            <a:r>
              <a:rPr lang="en-US" sz="2200" b="1" u="sng" dirty="0" err="1">
                <a:latin typeface="TAU-Marutham" pitchFamily="34" charset="0"/>
                <a:cs typeface="TAU-Marutham" pitchFamily="34" charset="0"/>
              </a:rPr>
              <a:t>பணியாளர்கள்</a:t>
            </a:r>
            <a:r>
              <a:rPr lang="en-US" sz="2200" b="1" u="sng" dirty="0">
                <a:latin typeface="TAU-Marutham" pitchFamily="34" charset="0"/>
                <a:cs typeface="TAU-Marutham" pitchFamily="34" charset="0"/>
              </a:rPr>
              <a:t>,   </a:t>
            </a:r>
            <a:r>
              <a:rPr lang="en-US" sz="2200" b="1" u="sng" dirty="0" err="1">
                <a:latin typeface="TAU-Marutham" pitchFamily="34" charset="0"/>
                <a:cs typeface="TAU-Marutham" pitchFamily="34" charset="0"/>
              </a:rPr>
              <a:t>அதிகாரிகளை</a:t>
            </a:r>
            <a:r>
              <a:rPr lang="en-US" sz="2200" b="1" u="sng" dirty="0">
                <a:latin typeface="TAU-Marutham" pitchFamily="34" charset="0"/>
                <a:cs typeface="TAU-Marutham" pitchFamily="34" charset="0"/>
              </a:rPr>
              <a:t>   தேர்தல்   </a:t>
            </a:r>
            <a:r>
              <a:rPr lang="en-US" sz="2200" b="1" u="sng" dirty="0" err="1">
                <a:latin typeface="TAU-Marutham" pitchFamily="34" charset="0"/>
                <a:cs typeface="TAU-Marutham" pitchFamily="34" charset="0"/>
              </a:rPr>
              <a:t>அலுவலர்களாக</a:t>
            </a:r>
            <a:r>
              <a:rPr lang="en-US" sz="2200" b="1" u="sng" dirty="0">
                <a:latin typeface="TAU-Marutham" pitchFamily="34" charset="0"/>
                <a:cs typeface="TAU-Marutham" pitchFamily="34" charset="0"/>
              </a:rPr>
              <a:t>   </a:t>
            </a:r>
            <a:r>
              <a:rPr lang="en-US" sz="2200" b="1" u="sng" dirty="0" err="1">
                <a:latin typeface="TAU-Marutham" pitchFamily="34" charset="0"/>
                <a:cs typeface="TAU-Marutham" pitchFamily="34" charset="0"/>
              </a:rPr>
              <a:t>நியமனம்</a:t>
            </a:r>
            <a:r>
              <a:rPr lang="en-US" sz="2200" b="1" u="sng" dirty="0">
                <a:latin typeface="TAU-Marutham" pitchFamily="34" charset="0"/>
                <a:cs typeface="TAU-Marutham" pitchFamily="34" charset="0"/>
              </a:rPr>
              <a:t>   </a:t>
            </a:r>
            <a:r>
              <a:rPr lang="en-US" sz="2200" b="1" u="sng" dirty="0" err="1">
                <a:latin typeface="TAU-Marutham" pitchFamily="34" charset="0"/>
                <a:cs typeface="TAU-Marutham" pitchFamily="34" charset="0"/>
              </a:rPr>
              <a:t>செய்தல்</a:t>
            </a:r>
            <a:r>
              <a:rPr lang="en-US" sz="2200" b="1" u="sng" dirty="0">
                <a:latin typeface="TAU-Marutham" pitchFamily="34" charset="0"/>
                <a:cs typeface="TAU-Marutham" pitchFamily="34" charset="0"/>
              </a:rPr>
              <a:t>   –   </a:t>
            </a:r>
            <a:r>
              <a:rPr lang="en-US" sz="2200" b="1" u="sng" dirty="0" err="1">
                <a:latin typeface="TAU-Marutham" pitchFamily="34" charset="0"/>
                <a:cs typeface="TAU-Marutham" pitchFamily="34" charset="0"/>
              </a:rPr>
              <a:t>தொடர்பாக</a:t>
            </a:r>
            <a:r>
              <a:rPr lang="en-US" sz="2200" b="1" u="sng" dirty="0">
                <a:latin typeface="TAU-Marutham" pitchFamily="34" charset="0"/>
                <a:cs typeface="TAU-Marutham" pitchFamily="34" charset="0"/>
              </a:rPr>
              <a:t>.                                            </a:t>
            </a:r>
            <a:r>
              <a:rPr lang="en-US" sz="2000" b="1" dirty="0" err="1">
                <a:solidFill>
                  <a:srgbClr val="0070C0"/>
                </a:solidFill>
                <a:latin typeface="TAU-Marutham" pitchFamily="34" charset="0"/>
                <a:cs typeface="TAU-Marutham" pitchFamily="34" charset="0"/>
              </a:rPr>
              <a:t>ஆணையத்தின்</a:t>
            </a:r>
            <a:r>
              <a:rPr lang="en-US" sz="2000" b="1" dirty="0">
                <a:solidFill>
                  <a:srgbClr val="0070C0"/>
                </a:solidFill>
                <a:latin typeface="TAU-Marutham"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சுற்றறிக்கை</a:t>
            </a:r>
            <a:r>
              <a:rPr lang="en-US" sz="2000" b="1" dirty="0">
                <a:solidFill>
                  <a:srgbClr val="0070C0"/>
                </a:solidFill>
                <a:latin typeface="TAU-Marutham" pitchFamily="34" charset="0"/>
                <a:cs typeface="TAU-Marutham" pitchFamily="34" charset="0"/>
              </a:rPr>
              <a:t> </a:t>
            </a:r>
            <a:r>
              <a:rPr lang="en-US" sz="2000" b="1" dirty="0" err="1">
                <a:solidFill>
                  <a:srgbClr val="0070C0"/>
                </a:solidFill>
                <a:latin typeface="TAU-Marutham" pitchFamily="34" charset="0"/>
                <a:cs typeface="TAU-Marutham" pitchFamily="34" charset="0"/>
              </a:rPr>
              <a:t>ந.க.எண்</a:t>
            </a:r>
            <a:r>
              <a:rPr lang="en-US" sz="2000" b="1" dirty="0">
                <a:solidFill>
                  <a:srgbClr val="0070C0"/>
                </a:solidFill>
                <a:latin typeface="TAU-Marutham" pitchFamily="34" charset="0"/>
                <a:cs typeface="TAU-Marutham" pitchFamily="34" charset="0"/>
              </a:rPr>
              <a:t> 1157/2022/கூதே5, </a:t>
            </a:r>
            <a:r>
              <a:rPr lang="en-US" sz="2000" b="1" dirty="0" smtClean="0">
                <a:solidFill>
                  <a:srgbClr val="0070C0"/>
                </a:solidFill>
                <a:latin typeface="TAU-Marutham" pitchFamily="34" charset="0"/>
                <a:cs typeface="TAU-Marutham" pitchFamily="34" charset="0"/>
              </a:rPr>
              <a:t>                         </a:t>
            </a:r>
            <a:r>
              <a:rPr lang="en-US" sz="2000" b="1" dirty="0" err="1" smtClean="0">
                <a:solidFill>
                  <a:srgbClr val="0070C0"/>
                </a:solidFill>
                <a:latin typeface="TAU-Marutham" pitchFamily="34" charset="0"/>
                <a:cs typeface="TAU-Marutham" pitchFamily="34" charset="0"/>
              </a:rPr>
              <a:t>நாள்</a:t>
            </a:r>
            <a:r>
              <a:rPr lang="en-US" sz="2000" b="1" dirty="0" smtClean="0">
                <a:solidFill>
                  <a:srgbClr val="0070C0"/>
                </a:solidFill>
                <a:latin typeface="TAU-Marutham" pitchFamily="34" charset="0"/>
                <a:cs typeface="TAU-Marutham" pitchFamily="34" charset="0"/>
              </a:rPr>
              <a:t> </a:t>
            </a:r>
            <a:r>
              <a:rPr lang="en-US" sz="2000" b="1" dirty="0">
                <a:solidFill>
                  <a:srgbClr val="0070C0"/>
                </a:solidFill>
                <a:latin typeface="TAU-Marutham" pitchFamily="34" charset="0"/>
                <a:cs typeface="TAU-Marutham" pitchFamily="34" charset="0"/>
              </a:rPr>
              <a:t>03.11.2022</a:t>
            </a:r>
            <a:endParaRPr lang="en-IN" sz="2200" dirty="0">
              <a:solidFill>
                <a:srgbClr val="0070C0"/>
              </a:solidFill>
              <a:latin typeface="TAU-Marutham" pitchFamily="34" charset="0"/>
              <a:cs typeface="TAU-Marutham" pitchFamily="34" charset="0"/>
            </a:endParaRPr>
          </a:p>
        </p:txBody>
      </p:sp>
      <p:sp>
        <p:nvSpPr>
          <p:cNvPr id="3" name="Content Placeholder 2"/>
          <p:cNvSpPr>
            <a:spLocks noGrp="1"/>
          </p:cNvSpPr>
          <p:nvPr>
            <p:ph idx="1"/>
          </p:nvPr>
        </p:nvSpPr>
        <p:spPr>
          <a:xfrm>
            <a:off x="457200" y="2357430"/>
            <a:ext cx="8229600" cy="4214842"/>
          </a:xfrm>
        </p:spPr>
        <p:txBody>
          <a:bodyPr>
            <a:normAutofit fontScale="92500" lnSpcReduction="10000"/>
          </a:bodyPr>
          <a:lstStyle/>
          <a:p>
            <a:pPr algn="just">
              <a:lnSpc>
                <a:spcPct val="150000"/>
              </a:lnSpc>
              <a:buFont typeface="Wingdings" pitchFamily="2" charset="2"/>
              <a:buChar char="Ø"/>
            </a:pPr>
            <a:r>
              <a:rPr lang="en-US" sz="2000" dirty="0" err="1">
                <a:latin typeface="TAU-Marutham" pitchFamily="34" charset="0"/>
                <a:cs typeface="TAU-Marutham" pitchFamily="34" charset="0"/>
              </a:rPr>
              <a:t>மாவட்டத்</a:t>
            </a:r>
            <a:r>
              <a:rPr lang="en-US" sz="2000" dirty="0">
                <a:latin typeface="TAU-Marutham" pitchFamily="34" charset="0"/>
                <a:cs typeface="TAU-Marutham" pitchFamily="34" charset="0"/>
              </a:rPr>
              <a:t> தேர்தல் </a:t>
            </a:r>
            <a:r>
              <a:rPr lang="en-US" sz="2000" dirty="0" err="1">
                <a:latin typeface="TAU-Marutham" pitchFamily="34" charset="0"/>
                <a:cs typeface="TAU-Marutham" pitchFamily="34" charset="0"/>
              </a:rPr>
              <a:t>அலுவலர்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சங்கத்தில்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பணியாற்றுபவர்களின்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பணிநிலை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எதுவாக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இருந்தாலும்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அவர்களை</a:t>
            </a:r>
            <a:r>
              <a:rPr lang="en-US" sz="2000" dirty="0">
                <a:latin typeface="TAU-Marutham" pitchFamily="34" charset="0"/>
                <a:cs typeface="TAU-Marutham" pitchFamily="34" charset="0"/>
              </a:rPr>
              <a:t> தேர்தல் </a:t>
            </a:r>
            <a:r>
              <a:rPr lang="en-US" sz="2000" dirty="0" err="1">
                <a:latin typeface="TAU-Marutham" pitchFamily="34" charset="0"/>
                <a:cs typeface="TAU-Marutham" pitchFamily="34" charset="0"/>
              </a:rPr>
              <a:t>அலுவலர்களாக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பணியமர்த்தம்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செய்கிறார்கள்</a:t>
            </a:r>
            <a:r>
              <a:rPr lang="en-US" sz="2000" dirty="0">
                <a:latin typeface="TAU-Marutham" pitchFamily="34" charset="0"/>
                <a:cs typeface="TAU-Marutham" pitchFamily="34" charset="0"/>
              </a:rPr>
              <a:t>.</a:t>
            </a:r>
          </a:p>
          <a:p>
            <a:pPr algn="just">
              <a:lnSpc>
                <a:spcPct val="150000"/>
              </a:lnSpc>
              <a:buNone/>
            </a:pPr>
            <a:endParaRPr lang="en-IN" sz="1100" dirty="0">
              <a:latin typeface="TAU-Marutham" pitchFamily="34" charset="0"/>
              <a:cs typeface="TAU-Marutham" pitchFamily="34" charset="0"/>
            </a:endParaRPr>
          </a:p>
          <a:p>
            <a:pPr lvl="0" algn="just">
              <a:lnSpc>
                <a:spcPct val="150000"/>
              </a:lnSpc>
              <a:buFont typeface="Wingdings" pitchFamily="2" charset="2"/>
              <a:buChar char="Ø"/>
            </a:pPr>
            <a:r>
              <a:rPr lang="en-US" sz="2000" dirty="0" err="1">
                <a:latin typeface="TAU-Marutham" pitchFamily="34" charset="0"/>
                <a:cs typeface="TAU-Marutham" pitchFamily="34" charset="0"/>
              </a:rPr>
              <a:t>இவ்வாறு</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நியமிக்கப்படும்</a:t>
            </a:r>
            <a:r>
              <a:rPr lang="en-US" sz="2000" dirty="0">
                <a:latin typeface="TAU-Marutham" pitchFamily="34" charset="0"/>
                <a:cs typeface="TAU-Marutham" pitchFamily="34" charset="0"/>
              </a:rPr>
              <a:t> தேர்தல் </a:t>
            </a:r>
            <a:r>
              <a:rPr lang="en-US" sz="2000" dirty="0" err="1">
                <a:latin typeface="TAU-Marutham" pitchFamily="34" charset="0"/>
                <a:cs typeface="TAU-Marutham" pitchFamily="34" charset="0"/>
              </a:rPr>
              <a:t>அலுவலர்களின்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நடவடிக்கை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குறித்து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புகார்களும்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வழக்குகளும்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ஆணையம்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எதிர்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கொள்ள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வேண்டிய</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சூழல்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ஏற்படுகிறது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எனவே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அவ்வாறான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நியமனங்களை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மாவட்ட</a:t>
            </a:r>
            <a:r>
              <a:rPr lang="en-US" sz="2000" dirty="0">
                <a:latin typeface="TAU-Marutham" pitchFamily="34" charset="0"/>
                <a:cs typeface="TAU-Marutham" pitchFamily="34" charset="0"/>
              </a:rPr>
              <a:t> தேர்தல்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கண்டிப்பாக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தவிர்த்தல்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வேண்டும்</a:t>
            </a:r>
            <a:r>
              <a:rPr lang="en-US" sz="2000" dirty="0">
                <a:latin typeface="TAU-Marutham" pitchFamily="34" charset="0"/>
                <a:cs typeface="TAU-Marutham" pitchFamily="34" charset="0"/>
              </a:rPr>
              <a:t>.</a:t>
            </a:r>
          </a:p>
          <a:p>
            <a:pPr lvl="0" algn="just">
              <a:lnSpc>
                <a:spcPct val="150000"/>
              </a:lnSpc>
              <a:buFont typeface="Wingdings" pitchFamily="2" charset="2"/>
              <a:buChar char="Ø"/>
            </a:pPr>
            <a:r>
              <a:rPr lang="en-US" sz="2000" dirty="0" err="1">
                <a:latin typeface="TAU-Marutham" pitchFamily="34" charset="0"/>
                <a:cs typeface="TAU-Marutham" pitchFamily="34" charset="0"/>
              </a:rPr>
              <a:t>அரசு</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போதுமான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அளவில்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இல்லாத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நிலையில்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மட்டுமே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சங்கப்</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பணியாளர்களை</a:t>
            </a:r>
            <a:r>
              <a:rPr lang="en-US" sz="2000" dirty="0">
                <a:latin typeface="TAU-Marutham" pitchFamily="34" charset="0"/>
                <a:cs typeface="TAU-Marutham" pitchFamily="34" charset="0"/>
              </a:rPr>
              <a:t> தேர்தலில் </a:t>
            </a:r>
            <a:r>
              <a:rPr lang="en-US" sz="2000" dirty="0" err="1">
                <a:latin typeface="TAU-Marutham" pitchFamily="34" charset="0"/>
                <a:cs typeface="TAU-Marutham" pitchFamily="34" charset="0"/>
              </a:rPr>
              <a:t>ஈடுபடுத்த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வேண்டும்</a:t>
            </a:r>
            <a:r>
              <a:rPr lang="en-US" sz="2000" dirty="0">
                <a:latin typeface="TAU-Marutham" pitchFamily="34" charset="0"/>
                <a:cs typeface="TAU-Marutham" pitchFamily="34" charset="0"/>
              </a:rPr>
              <a:t>.</a:t>
            </a:r>
            <a:endParaRPr lang="en-IN" sz="2000" dirty="0">
              <a:latin typeface="TAU-Marutham" pitchFamily="34" charset="0"/>
              <a:cs typeface="TAU-Marutham" pitchFamily="34" charset="0"/>
            </a:endParaRPr>
          </a:p>
          <a:p>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33</a:t>
            </a:fld>
            <a:endParaRPr lang="en-US"/>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6712"/>
            <a:ext cx="8229600" cy="5289451"/>
          </a:xfrm>
        </p:spPr>
        <p:txBody>
          <a:bodyPr>
            <a:normAutofit/>
          </a:bodyPr>
          <a:lstStyle/>
          <a:p>
            <a:pPr algn="just">
              <a:lnSpc>
                <a:spcPct val="150000"/>
              </a:lnSpc>
              <a:buFont typeface="Wingdings" pitchFamily="2" charset="2"/>
              <a:buChar char="Ø"/>
            </a:pPr>
            <a:r>
              <a:rPr lang="en-US" sz="1800" dirty="0" err="1">
                <a:solidFill>
                  <a:srgbClr val="7030A0"/>
                </a:solidFill>
                <a:latin typeface="TAU-Marutham" pitchFamily="34" charset="0"/>
                <a:cs typeface="TAU-Marutham" pitchFamily="34" charset="0"/>
              </a:rPr>
              <a:t>விதி</a:t>
            </a:r>
            <a:r>
              <a:rPr lang="en-US" sz="1800" dirty="0">
                <a:solidFill>
                  <a:srgbClr val="7030A0"/>
                </a:solidFill>
                <a:latin typeface="TAU-Marutham" pitchFamily="34" charset="0"/>
                <a:cs typeface="TAU-Marutham" pitchFamily="34" charset="0"/>
              </a:rPr>
              <a:t> எண்.52-(3)(a)-</a:t>
            </a:r>
            <a:r>
              <a:rPr lang="en-US" sz="1800" dirty="0" err="1">
                <a:solidFill>
                  <a:srgbClr val="7030A0"/>
                </a:solidFill>
                <a:latin typeface="TAU-Marutham" pitchFamily="34" charset="0"/>
                <a:cs typeface="TAU-Marutham" pitchFamily="34" charset="0"/>
              </a:rPr>
              <a:t>ன்</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கீழ்</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கூட்டுறவுச்</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சங்கங்களின்</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பணியாளர்களை</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மற்றும்</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அதிகாரிகளை</a:t>
            </a:r>
            <a:r>
              <a:rPr lang="en-US" sz="1800" dirty="0">
                <a:solidFill>
                  <a:srgbClr val="7030A0"/>
                </a:solidFill>
                <a:latin typeface="TAU-Marutham" pitchFamily="34" charset="0"/>
                <a:cs typeface="TAU-Marutham" pitchFamily="34" charset="0"/>
              </a:rPr>
              <a:t> (Employees  and Paid Officers) தேர்தல் </a:t>
            </a:r>
            <a:r>
              <a:rPr lang="en-US" sz="1800" dirty="0" err="1">
                <a:solidFill>
                  <a:srgbClr val="7030A0"/>
                </a:solidFill>
                <a:latin typeface="TAU-Marutham" pitchFamily="34" charset="0"/>
                <a:cs typeface="TAU-Marutham" pitchFamily="34" charset="0"/>
              </a:rPr>
              <a:t>அலுவலர்களாக</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மாவட்டத்</a:t>
            </a:r>
            <a:r>
              <a:rPr lang="en-US" sz="1800" dirty="0">
                <a:solidFill>
                  <a:srgbClr val="7030A0"/>
                </a:solidFill>
                <a:latin typeface="TAU-Marutham" pitchFamily="34" charset="0"/>
                <a:cs typeface="TAU-Marutham" pitchFamily="34" charset="0"/>
              </a:rPr>
              <a:t> தேர்தல் </a:t>
            </a:r>
            <a:r>
              <a:rPr lang="en-US" sz="1800" dirty="0" err="1">
                <a:solidFill>
                  <a:srgbClr val="7030A0"/>
                </a:solidFill>
                <a:latin typeface="TAU-Marutham" pitchFamily="34" charset="0"/>
                <a:cs typeface="TAU-Marutham" pitchFamily="34" charset="0"/>
              </a:rPr>
              <a:t>அலுவலர்</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நியமனம்</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செய்வது</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தொடர்பாக</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விதி</a:t>
            </a:r>
            <a:r>
              <a:rPr lang="en-US" sz="1800" dirty="0">
                <a:solidFill>
                  <a:srgbClr val="7030A0"/>
                </a:solidFill>
                <a:latin typeface="TAU-Marutham" pitchFamily="34" charset="0"/>
                <a:cs typeface="TAU-Marutham" pitchFamily="34" charset="0"/>
              </a:rPr>
              <a:t> எண்.52-A (9) </a:t>
            </a:r>
            <a:r>
              <a:rPr lang="en-US" sz="1800" dirty="0" err="1">
                <a:solidFill>
                  <a:srgbClr val="7030A0"/>
                </a:solidFill>
                <a:latin typeface="TAU-Marutham" pitchFamily="34" charset="0"/>
                <a:cs typeface="TAU-Marutham" pitchFamily="34" charset="0"/>
              </a:rPr>
              <a:t>மற்றும்</a:t>
            </a:r>
            <a:r>
              <a:rPr lang="en-US" sz="1800" dirty="0">
                <a:solidFill>
                  <a:srgbClr val="7030A0"/>
                </a:solidFill>
                <a:latin typeface="TAU-Marutham" pitchFamily="34" charset="0"/>
                <a:cs typeface="TAU-Marutham" pitchFamily="34" charset="0"/>
              </a:rPr>
              <a:t> (10) – </a:t>
            </a:r>
            <a:r>
              <a:rPr lang="en-US" sz="1800" dirty="0" err="1">
                <a:solidFill>
                  <a:srgbClr val="7030A0"/>
                </a:solidFill>
                <a:latin typeface="TAU-Marutham" pitchFamily="34" charset="0"/>
                <a:cs typeface="TAU-Marutham" pitchFamily="34" charset="0"/>
              </a:rPr>
              <a:t>ன்</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கீழ்</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தனக்கு</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வழங்கப்பட்ட</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அதிகாரத்தை</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கைக்கொண்டு</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கீழ்வரும்</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அறிவுரைகளை</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ஆணையம்</a:t>
            </a:r>
            <a:r>
              <a:rPr lang="en-US" sz="1800" dirty="0">
                <a:solidFill>
                  <a:srgbClr val="7030A0"/>
                </a:solidFill>
                <a:latin typeface="TAU-Marutham" pitchFamily="34" charset="0"/>
                <a:cs typeface="TAU-Marutham" pitchFamily="34" charset="0"/>
              </a:rPr>
              <a:t> </a:t>
            </a:r>
            <a:r>
              <a:rPr lang="en-US" sz="1800" dirty="0" err="1">
                <a:solidFill>
                  <a:srgbClr val="7030A0"/>
                </a:solidFill>
                <a:latin typeface="TAU-Marutham" pitchFamily="34" charset="0"/>
                <a:cs typeface="TAU-Marutham" pitchFamily="34" charset="0"/>
              </a:rPr>
              <a:t>வழங்குகிறது</a:t>
            </a:r>
            <a:r>
              <a:rPr lang="en-US" sz="1800" dirty="0">
                <a:solidFill>
                  <a:srgbClr val="7030A0"/>
                </a:solidFill>
                <a:latin typeface="TAU-Marutham" pitchFamily="34" charset="0"/>
                <a:cs typeface="TAU-Marutham" pitchFamily="34" charset="0"/>
              </a:rPr>
              <a:t> :</a:t>
            </a:r>
          </a:p>
          <a:p>
            <a:pPr marL="0" indent="0" algn="just">
              <a:lnSpc>
                <a:spcPct val="150000"/>
              </a:lnSpc>
              <a:buNone/>
            </a:pPr>
            <a:endParaRPr lang="en-US" sz="1800" dirty="0">
              <a:solidFill>
                <a:srgbClr val="7030A0"/>
              </a:solidFill>
              <a:latin typeface="TAU-Marutham" pitchFamily="34" charset="0"/>
              <a:cs typeface="TAU-Marutham" pitchFamily="34" charset="0"/>
            </a:endParaRPr>
          </a:p>
          <a:p>
            <a:pPr lvl="0" algn="just">
              <a:lnSpc>
                <a:spcPct val="150000"/>
              </a:lnSpc>
              <a:buFont typeface="Wingdings" pitchFamily="2" charset="2"/>
              <a:buChar char="Ø"/>
            </a:pPr>
            <a:r>
              <a:rPr lang="en-US" sz="1800" dirty="0" err="1">
                <a:latin typeface="TAU-Marutham" pitchFamily="34" charset="0"/>
                <a:cs typeface="TAU-Marutham" pitchFamily="34" charset="0"/>
              </a:rPr>
              <a:t>போதுமான</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அளவு</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அரசு</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அலுவலர்கள்</a:t>
            </a:r>
            <a:r>
              <a:rPr lang="en-US" sz="1800" dirty="0">
                <a:latin typeface="TAU-Marutham" pitchFamily="34" charset="0"/>
                <a:cs typeface="TAU-Marutham" pitchFamily="34" charset="0"/>
              </a:rPr>
              <a:t> (Officers of the Government or Officers Subordinate to the District Election Officer) </a:t>
            </a:r>
            <a:r>
              <a:rPr lang="en-US" sz="1800" dirty="0" err="1">
                <a:latin typeface="TAU-Marutham" pitchFamily="34" charset="0"/>
                <a:cs typeface="TAU-Marutham" pitchFamily="34" charset="0"/>
              </a:rPr>
              <a:t>இல்லாத</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நிலையில்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மட்டுமே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சங்கப்</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பணியாளர்கள்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மற்றும்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அதிகாரிகளை</a:t>
            </a:r>
            <a:r>
              <a:rPr lang="en-US" sz="1800" dirty="0">
                <a:latin typeface="TAU-Marutham" pitchFamily="34" charset="0"/>
                <a:cs typeface="TAU-Marutham" pitchFamily="34" charset="0"/>
              </a:rPr>
              <a:t> தேர்தல் </a:t>
            </a:r>
            <a:r>
              <a:rPr lang="en-US" sz="1800" dirty="0" err="1">
                <a:latin typeface="TAU-Marutham" pitchFamily="34" charset="0"/>
                <a:cs typeface="TAU-Marutham" pitchFamily="34" charset="0"/>
              </a:rPr>
              <a:t>அலுவலர்களாக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பணியமர்த்தலாம்</a:t>
            </a:r>
            <a:r>
              <a:rPr lang="en-US" sz="1800" dirty="0">
                <a:latin typeface="TAU-Marutham" pitchFamily="34" charset="0"/>
                <a:cs typeface="TAU-Marutham" pitchFamily="34" charset="0"/>
              </a:rPr>
              <a:t>.</a:t>
            </a:r>
          </a:p>
          <a:p>
            <a:pPr lvl="0" algn="just"/>
            <a:endParaRPr lang="en-IN" sz="1800" dirty="0">
              <a:latin typeface="TAU-Marutham" pitchFamily="34" charset="0"/>
              <a:cs typeface="TAU-Marutham" pitchFamily="34" charset="0"/>
            </a:endParaRPr>
          </a:p>
          <a:p>
            <a:pPr algn="just"/>
            <a:endParaRPr lang="en-IN" sz="1800" dirty="0">
              <a:latin typeface="TAU-Marutham" pitchFamily="34" charset="0"/>
              <a:cs typeface="TAU-Marutham" pitchFamily="34" charset="0"/>
            </a:endParaRPr>
          </a:p>
          <a:p>
            <a:endParaRPr lang="en-IN"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34</a:t>
            </a:fld>
            <a:endParaRPr lang="en-US"/>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lvl="0" algn="just">
              <a:lnSpc>
                <a:spcPct val="150000"/>
              </a:lnSpc>
              <a:buFont typeface="Wingdings" pitchFamily="2" charset="2"/>
              <a:buChar char="Ø"/>
            </a:pPr>
            <a:r>
              <a:rPr lang="en-US" sz="1800" dirty="0" err="1">
                <a:latin typeface="TAU-Marutham" pitchFamily="34" charset="0"/>
                <a:cs typeface="TAU-Marutham" pitchFamily="34" charset="0"/>
              </a:rPr>
              <a:t>மாவட்டத்</a:t>
            </a:r>
            <a:r>
              <a:rPr lang="en-US" sz="1800" dirty="0">
                <a:latin typeface="TAU-Marutham" pitchFamily="34" charset="0"/>
                <a:cs typeface="TAU-Marutham" pitchFamily="34" charset="0"/>
              </a:rPr>
              <a:t> தேர்தல் </a:t>
            </a:r>
            <a:r>
              <a:rPr lang="en-US" sz="1800" dirty="0" err="1">
                <a:latin typeface="TAU-Marutham" pitchFamily="34" charset="0"/>
                <a:cs typeface="TAU-Marutham" pitchFamily="34" charset="0"/>
              </a:rPr>
              <a:t>அலுவலரால்</a:t>
            </a:r>
            <a:r>
              <a:rPr lang="en-US" sz="1800" dirty="0">
                <a:latin typeface="TAU-Marutham" pitchFamily="34" charset="0"/>
                <a:cs typeface="TAU-Marutham" pitchFamily="34" charset="0"/>
              </a:rPr>
              <a:t>, தேர்தல் </a:t>
            </a:r>
            <a:r>
              <a:rPr lang="en-US" sz="1800" dirty="0" err="1">
                <a:latin typeface="TAU-Marutham" pitchFamily="34" charset="0"/>
                <a:cs typeface="TAU-Marutham" pitchFamily="34" charset="0"/>
              </a:rPr>
              <a:t>அலுவலராக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பணியமர்த்தம்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செய்யப்படும்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கூட்டுறவுச்</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சங்கங்களின்</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பணியாளர்கள்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மற்றும்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அதிகாரிகள்</a:t>
            </a:r>
            <a:r>
              <a:rPr lang="en-US" sz="1800" dirty="0">
                <a:latin typeface="TAU-Marutham" pitchFamily="34" charset="0"/>
                <a:cs typeface="TAU-Marutham" pitchFamily="34" charset="0"/>
              </a:rPr>
              <a:t> (Employees and   Officers) :- </a:t>
            </a:r>
            <a:endParaRPr lang="en-IN" sz="1800" dirty="0">
              <a:latin typeface="TAU-Marutham" pitchFamily="34" charset="0"/>
              <a:cs typeface="TAU-Marutham" pitchFamily="34" charset="0"/>
            </a:endParaRPr>
          </a:p>
          <a:p>
            <a:pPr lvl="0" algn="just">
              <a:lnSpc>
                <a:spcPct val="150000"/>
              </a:lnSpc>
              <a:buFont typeface="Wingdings" pitchFamily="2" charset="2"/>
              <a:buChar char="v"/>
            </a:pP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செயலாளர்கள்</a:t>
            </a:r>
            <a:r>
              <a:rPr lang="en-US" sz="1800" dirty="0">
                <a:latin typeface="TAU-Marutham" pitchFamily="34" charset="0"/>
                <a:cs typeface="TAU-Marutham" pitchFamily="34" charset="0"/>
              </a:rPr>
              <a:t> (Secretaries), </a:t>
            </a:r>
            <a:r>
              <a:rPr lang="en-US" sz="1800" dirty="0" err="1">
                <a:latin typeface="TAU-Marutham" pitchFamily="34" charset="0"/>
                <a:cs typeface="TAU-Marutham" pitchFamily="34" charset="0"/>
              </a:rPr>
              <a:t>உதவி</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செயலாளர்கள்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நிர்வாக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அலுவலர்கள்</a:t>
            </a:r>
            <a:r>
              <a:rPr lang="en-US" sz="1800" dirty="0">
                <a:latin typeface="TAU-Marutham" pitchFamily="34" charset="0"/>
                <a:cs typeface="TAU-Marutham" pitchFamily="34" charset="0"/>
              </a:rPr>
              <a:t> (Executive officers), </a:t>
            </a:r>
            <a:r>
              <a:rPr lang="en-US" sz="1800" dirty="0" err="1">
                <a:latin typeface="TAU-Marutham" pitchFamily="34" charset="0"/>
                <a:cs typeface="TAU-Marutham" pitchFamily="34" charset="0"/>
              </a:rPr>
              <a:t>உதவி</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நிர்வாக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அலுவலர்கள்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மேலாளர்கள்</a:t>
            </a:r>
            <a:r>
              <a:rPr lang="en-US" sz="1800" dirty="0">
                <a:latin typeface="TAU-Marutham" pitchFamily="34" charset="0"/>
                <a:cs typeface="TAU-Marutham" pitchFamily="34" charset="0"/>
              </a:rPr>
              <a:t> (Managers), </a:t>
            </a:r>
            <a:r>
              <a:rPr lang="en-US" sz="1800" dirty="0" err="1">
                <a:latin typeface="TAU-Marutham" pitchFamily="34" charset="0"/>
                <a:cs typeface="TAU-Marutham" pitchFamily="34" charset="0"/>
              </a:rPr>
              <a:t>உதவி</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மேலாளர்கள்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ஆகிய</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வகை</a:t>
            </a:r>
            <a:r>
              <a:rPr lang="en-US" sz="1800" dirty="0">
                <a:latin typeface="TAU-Marutham" pitchFamily="34" charset="0"/>
                <a:cs typeface="TAU-Marutham" pitchFamily="34" charset="0"/>
              </a:rPr>
              <a:t> (Category of posts) </a:t>
            </a:r>
            <a:r>
              <a:rPr lang="en-US" sz="1800" dirty="0" err="1">
                <a:latin typeface="TAU-Marutham" pitchFamily="34" charset="0"/>
                <a:cs typeface="TAU-Marutham" pitchFamily="34" charset="0"/>
              </a:rPr>
              <a:t>பதவிகளில்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உள்ளவர்கள்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மற்றும்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அவ்வகைப்</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பதவிகளுக்கு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குறையாத</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வகை</a:t>
            </a:r>
            <a:r>
              <a:rPr lang="en-US" sz="1800" dirty="0">
                <a:latin typeface="TAU-Marutham" pitchFamily="34" charset="0"/>
                <a:cs typeface="TAU-Marutham" pitchFamily="34" charset="0"/>
              </a:rPr>
              <a:t> (Not below such category of posts) </a:t>
            </a:r>
            <a:r>
              <a:rPr lang="en-US" sz="1800" dirty="0" err="1">
                <a:latin typeface="TAU-Marutham" pitchFamily="34" charset="0"/>
                <a:cs typeface="TAU-Marutham" pitchFamily="34" charset="0"/>
              </a:rPr>
              <a:t>பதவிகளில்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உள்ளவர்களாக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இருத்தல்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வேண்டும்</a:t>
            </a:r>
            <a:r>
              <a:rPr lang="en-US" sz="1800" dirty="0">
                <a:latin typeface="TAU-Marutham" pitchFamily="34" charset="0"/>
                <a:cs typeface="TAU-Marutham" pitchFamily="34" charset="0"/>
              </a:rPr>
              <a:t>.  </a:t>
            </a:r>
          </a:p>
          <a:p>
            <a:pPr lvl="0" algn="just">
              <a:lnSpc>
                <a:spcPct val="150000"/>
              </a:lnSpc>
              <a:buFont typeface="Wingdings" pitchFamily="2" charset="2"/>
              <a:buChar char="v"/>
            </a:pPr>
            <a:r>
              <a:rPr lang="en-US" sz="1800" dirty="0" err="1">
                <a:latin typeface="TAU-Marutham" pitchFamily="34" charset="0"/>
                <a:cs typeface="TAU-Marutham" pitchFamily="34" charset="0"/>
              </a:rPr>
              <a:t>காலமுறை</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ஊதியம்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உள்ள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பணியிடத்தில்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நியமனம்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செய்யப்பட்டவராக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இருத்தல்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வேண்டும்</a:t>
            </a:r>
            <a:r>
              <a:rPr lang="en-US" sz="1800" dirty="0">
                <a:latin typeface="TAU-Marutham" pitchFamily="34" charset="0"/>
                <a:cs typeface="TAU-Marutham" pitchFamily="34" charset="0"/>
              </a:rPr>
              <a:t> (A post carrying a definite scale of pay).</a:t>
            </a:r>
            <a:endParaRPr lang="en-IN" sz="1800" dirty="0" err="1">
              <a:latin typeface="TAU-Marutham" pitchFamily="34" charset="0"/>
              <a:cs typeface="TAU-Marutham" pitchFamily="34" charset="0"/>
            </a:endParaRPr>
          </a:p>
          <a:p>
            <a:pPr lvl="0" algn="just">
              <a:lnSpc>
                <a:spcPct val="150000"/>
              </a:lnSpc>
              <a:buNone/>
            </a:pPr>
            <a:endParaRPr lang="en-IN" sz="1800" dirty="0">
              <a:latin typeface="TAU-Marutham" pitchFamily="34" charset="0"/>
              <a:cs typeface="TAU-Marutham" pitchFamily="34" charset="0"/>
            </a:endParaRPr>
          </a:p>
          <a:p>
            <a:endParaRPr lang="en-IN"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35</a:t>
            </a:fld>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a:bodyPr>
          <a:lstStyle/>
          <a:p>
            <a:pPr lvl="0" algn="just">
              <a:lnSpc>
                <a:spcPct val="150000"/>
              </a:lnSpc>
              <a:buFont typeface="Wingdings" pitchFamily="2" charset="2"/>
              <a:buChar char="v"/>
            </a:pPr>
            <a:r>
              <a:rPr lang="en-US" sz="1800" dirty="0" err="1">
                <a:latin typeface="TAU-Marutham" pitchFamily="34" charset="0"/>
                <a:cs typeface="TAU-Marutham" pitchFamily="34" charset="0"/>
              </a:rPr>
              <a:t>சங்கத்தின்</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ஒப்பந்த</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மற்றும்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தொகுப்பூதிய</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பணியாளராக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இருத்தல்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கூடாது</a:t>
            </a:r>
            <a:r>
              <a:rPr lang="en-US" sz="1800" dirty="0">
                <a:latin typeface="TAU-Marutham" pitchFamily="34" charset="0"/>
                <a:cs typeface="TAU-Marutham" pitchFamily="34" charset="0"/>
              </a:rPr>
              <a:t>.</a:t>
            </a:r>
            <a:endParaRPr lang="en-IN" sz="1800" dirty="0">
              <a:latin typeface="TAU-Marutham" pitchFamily="34" charset="0"/>
              <a:cs typeface="TAU-Marutham" pitchFamily="34" charset="0"/>
            </a:endParaRPr>
          </a:p>
          <a:p>
            <a:pPr lvl="0" algn="just">
              <a:lnSpc>
                <a:spcPct val="150000"/>
              </a:lnSpc>
              <a:buFont typeface="Wingdings" pitchFamily="2" charset="2"/>
              <a:buChar char="v"/>
            </a:pPr>
            <a:r>
              <a:rPr lang="en-US" sz="1800" dirty="0" err="1">
                <a:latin typeface="TAU-Marutham" pitchFamily="34" charset="0"/>
                <a:cs typeface="TAU-Marutham" pitchFamily="34" charset="0"/>
              </a:rPr>
              <a:t>ஒரு</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சங்கத்திற்கு</a:t>
            </a:r>
            <a:r>
              <a:rPr lang="en-US" sz="1800" dirty="0">
                <a:latin typeface="TAU-Marutham" pitchFamily="34" charset="0"/>
                <a:cs typeface="TAU-Marutham" pitchFamily="34" charset="0"/>
              </a:rPr>
              <a:t> தேர்தல் </a:t>
            </a:r>
            <a:r>
              <a:rPr lang="en-US" sz="1800" dirty="0" err="1">
                <a:latin typeface="TAU-Marutham" pitchFamily="34" charset="0"/>
                <a:cs typeface="TAU-Marutham" pitchFamily="34" charset="0"/>
              </a:rPr>
              <a:t>அலுவலராக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பணியமர்த்தம்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செய்யப்படுபவர்</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அச்சங்கத்தின்</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தற்போதைய</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அல்லது</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முன்னாள்</a:t>
            </a:r>
            <a:r>
              <a:rPr lang="en-US" sz="1800" dirty="0">
                <a:latin typeface="TAU-Marutham" pitchFamily="34" charset="0"/>
                <a:cs typeface="TAU-Marutham" pitchFamily="34" charset="0"/>
              </a:rPr>
              <a:t> (is or was) </a:t>
            </a:r>
            <a:r>
              <a:rPr lang="en-US" sz="1800" dirty="0" err="1">
                <a:latin typeface="TAU-Marutham" pitchFamily="34" charset="0"/>
                <a:cs typeface="TAU-Marutham" pitchFamily="34" charset="0"/>
              </a:rPr>
              <a:t>பணியாளராக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இருத்தல்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கூடாது</a:t>
            </a:r>
            <a:r>
              <a:rPr lang="en-US" sz="1800" dirty="0">
                <a:latin typeface="TAU-Marutham" pitchFamily="34" charset="0"/>
                <a:cs typeface="TAU-Marutham" pitchFamily="34" charset="0"/>
              </a:rPr>
              <a:t>.</a:t>
            </a:r>
            <a:endParaRPr lang="en-IN" sz="1800" dirty="0">
              <a:latin typeface="TAU-Marutham" pitchFamily="34" charset="0"/>
              <a:cs typeface="TAU-Marutham" pitchFamily="34" charset="0"/>
            </a:endParaRPr>
          </a:p>
          <a:p>
            <a:pPr lvl="0" algn="just">
              <a:lnSpc>
                <a:spcPct val="150000"/>
              </a:lnSpc>
              <a:buFont typeface="Wingdings" pitchFamily="2" charset="2"/>
              <a:buChar char="v"/>
            </a:pPr>
            <a:r>
              <a:rPr lang="en-US" sz="1800" dirty="0" err="1">
                <a:latin typeface="TAU-Marutham" pitchFamily="34" charset="0"/>
                <a:cs typeface="TAU-Marutham" pitchFamily="34" charset="0"/>
              </a:rPr>
              <a:t>பெருந்தண்டனைக்குரிய</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குற்றங்கள்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பற்றிய</a:t>
            </a:r>
            <a:r>
              <a:rPr lang="en-US" sz="1800" dirty="0">
                <a:latin typeface="TAU-Marutham" pitchFamily="34" charset="0"/>
                <a:cs typeface="TAU-Marutham" pitchFamily="34" charset="0"/>
              </a:rPr>
              <a:t> (Major Penalties) </a:t>
            </a:r>
            <a:r>
              <a:rPr lang="en-US" sz="1800" dirty="0" err="1">
                <a:latin typeface="TAU-Marutham" pitchFamily="34" charset="0"/>
                <a:cs typeface="TAU-Marutham" pitchFamily="34" charset="0"/>
              </a:rPr>
              <a:t>ஒழுங்கு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நடவடிக்கை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மேற்கொள்ளப்பட்டு</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நடவடிக்கை</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நிலுவையில்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உள்ளவராக</a:t>
            </a:r>
            <a:r>
              <a:rPr lang="en-US" sz="1800" dirty="0">
                <a:latin typeface="TAU-Marutham" pitchFamily="34" charset="0"/>
                <a:cs typeface="TAU-Marutham" pitchFamily="34" charset="0"/>
              </a:rPr>
              <a:t> (Under  disciplinary  Proceedings   and   pending disposal) </a:t>
            </a:r>
            <a:r>
              <a:rPr lang="en-US" sz="1800" dirty="0" err="1">
                <a:latin typeface="TAU-Marutham" pitchFamily="34" charset="0"/>
                <a:cs typeface="TAU-Marutham" pitchFamily="34" charset="0"/>
              </a:rPr>
              <a:t>இருத்தல்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கூடாது</a:t>
            </a:r>
            <a:r>
              <a:rPr lang="en-US" sz="1800" dirty="0">
                <a:latin typeface="TAU-Marutham" pitchFamily="34" charset="0"/>
                <a:cs typeface="TAU-Marutham" pitchFamily="34" charset="0"/>
              </a:rPr>
              <a:t>.</a:t>
            </a:r>
          </a:p>
          <a:p>
            <a:pPr lvl="0" algn="just">
              <a:lnSpc>
                <a:spcPct val="150000"/>
              </a:lnSpc>
              <a:buFont typeface="Wingdings" pitchFamily="2" charset="2"/>
              <a:buChar char="Ø"/>
            </a:pPr>
            <a:r>
              <a:rPr lang="en-US" sz="1800" dirty="0" err="1">
                <a:latin typeface="TAU-Marutham" pitchFamily="34" charset="0"/>
                <a:cs typeface="TAU-Marutham" pitchFamily="34" charset="0"/>
              </a:rPr>
              <a:t>மேற்காண்</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அறிவுரைகளை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தங்கள்</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கட்டுப்பாட்டின்</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கீழ்வரும்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அனைத்து</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மாவட்ட</a:t>
            </a:r>
            <a:r>
              <a:rPr lang="en-US" sz="1800" dirty="0">
                <a:latin typeface="TAU-Marutham" pitchFamily="34" charset="0"/>
                <a:cs typeface="TAU-Marutham" pitchFamily="34" charset="0"/>
              </a:rPr>
              <a:t> தேர்தல் </a:t>
            </a:r>
            <a:r>
              <a:rPr lang="en-US" sz="1800" dirty="0" err="1">
                <a:latin typeface="TAU-Marutham" pitchFamily="34" charset="0"/>
                <a:cs typeface="TAU-Marutham" pitchFamily="34" charset="0"/>
              </a:rPr>
              <a:t>அலுவலர்களுக்கும்</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தெரிவிப்பதை</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உறுதி</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செய்தல்</a:t>
            </a:r>
            <a:r>
              <a:rPr lang="en-US" sz="1800" dirty="0">
                <a:latin typeface="TAU-Marutham" pitchFamily="34" charset="0"/>
                <a:cs typeface="TAU-Marutham" pitchFamily="34" charset="0"/>
              </a:rPr>
              <a:t> </a:t>
            </a:r>
            <a:r>
              <a:rPr lang="en-US" sz="1800" dirty="0" err="1">
                <a:latin typeface="TAU-Marutham" pitchFamily="34" charset="0"/>
                <a:cs typeface="TAU-Marutham" pitchFamily="34" charset="0"/>
              </a:rPr>
              <a:t>வேண்டும்</a:t>
            </a:r>
            <a:r>
              <a:rPr lang="en-US" sz="1800" dirty="0">
                <a:latin typeface="TAU-Marutham" pitchFamily="34" charset="0"/>
                <a:cs typeface="TAU-Marutham" pitchFamily="34" charset="0"/>
              </a:rPr>
              <a:t>.</a:t>
            </a:r>
            <a:endParaRPr lang="en-IN" sz="1800" dirty="0" err="1">
              <a:latin typeface="TAU-Marutham" pitchFamily="34" charset="0"/>
              <a:cs typeface="TAU-Marutham" pitchFamily="34" charset="0"/>
            </a:endParaRPr>
          </a:p>
          <a:p>
            <a:endParaRPr lang="en-IN"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36</a:t>
            </a:fld>
            <a:endParaRPr lang="en-US"/>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85728"/>
            <a:ext cx="8215370" cy="1428760"/>
          </a:xfrm>
        </p:spPr>
        <p:txBody>
          <a:bodyPr>
            <a:normAutofit fontScale="90000"/>
          </a:bodyPr>
          <a:lstStyle/>
          <a:p>
            <a:r>
              <a:rPr lang="en-US" sz="2400" b="1" dirty="0">
                <a:latin typeface="TAU-Marutham" pitchFamily="34" charset="0"/>
                <a:cs typeface="TAU-Marutham" pitchFamily="34" charset="0"/>
              </a:rPr>
              <a:t/>
            </a:r>
            <a:br>
              <a:rPr lang="en-US" sz="2400" b="1" dirty="0">
                <a:latin typeface="TAU-Marutham" pitchFamily="34" charset="0"/>
                <a:cs typeface="TAU-Marutham" pitchFamily="34" charset="0"/>
              </a:rPr>
            </a:br>
            <a:r>
              <a:rPr lang="en-US" sz="2700" b="1" u="sng" dirty="0" err="1">
                <a:latin typeface="TAU-Marutham" pitchFamily="34" charset="0"/>
                <a:cs typeface="TAU-Marutham" pitchFamily="34" charset="0"/>
              </a:rPr>
              <a:t>மாற்றுத்திறனுடையோர்</a:t>
            </a:r>
            <a:r>
              <a:rPr lang="en-US" sz="2700" b="1" u="sng" dirty="0">
                <a:latin typeface="TAU-Marutham" pitchFamily="34" charset="0"/>
                <a:cs typeface="TAU-Marutham" pitchFamily="34" charset="0"/>
              </a:rPr>
              <a:t>   </a:t>
            </a:r>
            <a:r>
              <a:rPr lang="en-US" sz="2700" b="1" u="sng" dirty="0" err="1">
                <a:latin typeface="TAU-Marutham" pitchFamily="34" charset="0"/>
                <a:cs typeface="TAU-Marutham" pitchFamily="34" charset="0"/>
              </a:rPr>
              <a:t>கூட்டுறவு</a:t>
            </a:r>
            <a:r>
              <a:rPr lang="en-US" sz="2700" b="1" u="sng" dirty="0">
                <a:latin typeface="TAU-Marutham" pitchFamily="34" charset="0"/>
                <a:cs typeface="TAU-Marutham" pitchFamily="34" charset="0"/>
              </a:rPr>
              <a:t>   </a:t>
            </a:r>
            <a:r>
              <a:rPr lang="en-US" sz="2700" b="1" u="sng" dirty="0" err="1">
                <a:latin typeface="TAU-Marutham" pitchFamily="34" charset="0"/>
                <a:cs typeface="TAU-Marutham" pitchFamily="34" charset="0"/>
              </a:rPr>
              <a:t>தேர்தலில்</a:t>
            </a:r>
            <a:r>
              <a:rPr lang="en-US" sz="2700" b="1" u="sng" dirty="0">
                <a:latin typeface="TAU-Marutham" pitchFamily="34" charset="0"/>
                <a:cs typeface="TAU-Marutham" pitchFamily="34" charset="0"/>
              </a:rPr>
              <a:t> </a:t>
            </a:r>
            <a:r>
              <a:rPr lang="en-US" sz="2700" b="1" u="sng" dirty="0" err="1">
                <a:latin typeface="TAU-Marutham" pitchFamily="34" charset="0"/>
                <a:cs typeface="TAU-Marutham" pitchFamily="34" charset="0"/>
              </a:rPr>
              <a:t>பங்கேற்றல்</a:t>
            </a:r>
            <a:r>
              <a:rPr lang="en-IN" sz="2700" b="1" u="sng" dirty="0">
                <a:latin typeface="TAU-Marutham" pitchFamily="34" charset="0"/>
                <a:cs typeface="TAU-Marutham" pitchFamily="34" charset="0"/>
              </a:rPr>
              <a:t> - </a:t>
            </a:r>
            <a:r>
              <a:rPr lang="en-US" sz="2700" b="1" u="sng" dirty="0" err="1">
                <a:latin typeface="TAU-Marutham" pitchFamily="34" charset="0"/>
                <a:cs typeface="TAU-Marutham" pitchFamily="34" charset="0"/>
              </a:rPr>
              <a:t>சட்டத்திருத்தம்</a:t>
            </a:r>
            <a:r>
              <a:rPr lang="en-US" sz="2700" b="1" u="sng" dirty="0">
                <a:latin typeface="TAU-Marutham" pitchFamily="34" charset="0"/>
                <a:cs typeface="TAU-Marutham" pitchFamily="34" charset="0"/>
              </a:rPr>
              <a:t>   </a:t>
            </a:r>
            <a:r>
              <a:rPr lang="en-US" sz="2700" b="1" u="sng" dirty="0" err="1">
                <a:latin typeface="TAU-Marutham" pitchFamily="34" charset="0"/>
                <a:cs typeface="TAU-Marutham" pitchFamily="34" charset="0"/>
              </a:rPr>
              <a:t>பிரிவு</a:t>
            </a:r>
            <a:r>
              <a:rPr lang="en-US" sz="2700" b="1" u="sng" dirty="0">
                <a:latin typeface="TAU-Marutham" pitchFamily="34" charset="0"/>
                <a:cs typeface="TAU-Marutham" pitchFamily="34" charset="0"/>
              </a:rPr>
              <a:t>   34(1) (</a:t>
            </a:r>
            <a:r>
              <a:rPr lang="en-US" sz="2700" b="1" u="sng" dirty="0" err="1">
                <a:latin typeface="TAU-Marutham" pitchFamily="34" charset="0"/>
                <a:cs typeface="TAU-Marutham" pitchFamily="34" charset="0"/>
              </a:rPr>
              <a:t>i</a:t>
            </a:r>
            <a:r>
              <a:rPr lang="en-US" sz="2700" b="1" u="sng" dirty="0">
                <a:latin typeface="TAU-Marutham" pitchFamily="34" charset="0"/>
                <a:cs typeface="TAU-Marutham" pitchFamily="34" charset="0"/>
              </a:rPr>
              <a:t>)</a:t>
            </a:r>
            <a:br>
              <a:rPr lang="en-US" sz="2700" b="1" u="sng" dirty="0">
                <a:latin typeface="TAU-Marutham" pitchFamily="34" charset="0"/>
                <a:cs typeface="TAU-Marutham" pitchFamily="34" charset="0"/>
              </a:rPr>
            </a:br>
            <a:r>
              <a:rPr lang="en-US" sz="2200" b="1" dirty="0">
                <a:latin typeface="TAU-Marutham" pitchFamily="34" charset="0"/>
                <a:cs typeface="TAU-Marutham" pitchFamily="34" charset="0"/>
              </a:rPr>
              <a:t/>
            </a:r>
            <a:br>
              <a:rPr lang="en-US" sz="2200" b="1" dirty="0">
                <a:latin typeface="TAU-Marutham" pitchFamily="34" charset="0"/>
                <a:cs typeface="TAU-Marutham" pitchFamily="34" charset="0"/>
              </a:rPr>
            </a:br>
            <a:r>
              <a:rPr lang="en-US" sz="2200" b="1" dirty="0" err="1">
                <a:solidFill>
                  <a:srgbClr val="0070C0"/>
                </a:solidFill>
                <a:latin typeface="TAU-Marutham" pitchFamily="34" charset="0"/>
                <a:cs typeface="TAU-Marutham" pitchFamily="34" charset="0"/>
              </a:rPr>
              <a:t>ஆணைய</a:t>
            </a:r>
            <a:r>
              <a:rPr lang="en-US" sz="2200" b="1" dirty="0">
                <a:solidFill>
                  <a:srgbClr val="0070C0"/>
                </a:solidFill>
                <a:latin typeface="TAU-Marutham" pitchFamily="34" charset="0"/>
                <a:cs typeface="TAU-Marutham" pitchFamily="34" charset="0"/>
              </a:rPr>
              <a:t> </a:t>
            </a:r>
            <a:r>
              <a:rPr lang="en-US" sz="2200" b="1" dirty="0" err="1">
                <a:solidFill>
                  <a:srgbClr val="0070C0"/>
                </a:solidFill>
                <a:latin typeface="TAU-Marutham" pitchFamily="34" charset="0"/>
                <a:ea typeface="Calibri" pitchFamily="34" charset="0"/>
                <a:cs typeface="TAU-Marutham" pitchFamily="34" charset="0"/>
              </a:rPr>
              <a:t>சுற்றறிக்கை</a:t>
            </a:r>
            <a:r>
              <a:rPr lang="en-US" sz="2200" b="1" dirty="0">
                <a:solidFill>
                  <a:srgbClr val="0070C0"/>
                </a:solidFill>
                <a:latin typeface="TAU-Marutham" pitchFamily="34" charset="0"/>
                <a:cs typeface="TAU-Marutham" pitchFamily="34" charset="0"/>
              </a:rPr>
              <a:t> </a:t>
            </a:r>
            <a:r>
              <a:rPr lang="en-US" sz="2200" b="1" dirty="0" err="1">
                <a:solidFill>
                  <a:srgbClr val="0070C0"/>
                </a:solidFill>
                <a:latin typeface="TAU-Marutham" pitchFamily="34" charset="0"/>
                <a:cs typeface="TAU-Marutham" pitchFamily="34" charset="0"/>
              </a:rPr>
              <a:t>ந.க.எண்</a:t>
            </a:r>
            <a:r>
              <a:rPr lang="en-US" sz="2200" b="1" dirty="0">
                <a:solidFill>
                  <a:srgbClr val="0070C0"/>
                </a:solidFill>
                <a:latin typeface="TAU-Marutham" pitchFamily="34" charset="0"/>
                <a:cs typeface="TAU-Marutham" pitchFamily="34" charset="0"/>
              </a:rPr>
              <a:t> 540/2018/கூதே2,                   </a:t>
            </a:r>
            <a:r>
              <a:rPr lang="en-US" sz="2200" b="1" dirty="0" err="1">
                <a:solidFill>
                  <a:srgbClr val="0070C0"/>
                </a:solidFill>
                <a:latin typeface="TAU-Marutham" pitchFamily="34" charset="0"/>
                <a:cs typeface="TAU-Marutham" pitchFamily="34" charset="0"/>
              </a:rPr>
              <a:t>நாள்</a:t>
            </a:r>
            <a:r>
              <a:rPr lang="en-US" sz="2200" b="1" dirty="0">
                <a:solidFill>
                  <a:srgbClr val="0070C0"/>
                </a:solidFill>
                <a:latin typeface="TAU-Marutham" pitchFamily="34" charset="0"/>
                <a:cs typeface="TAU-Marutham" pitchFamily="34" charset="0"/>
              </a:rPr>
              <a:t> 04.11.2022</a:t>
            </a:r>
            <a:r>
              <a:rPr lang="en-IN" sz="2700" dirty="0"/>
              <a:t/>
            </a:r>
            <a:br>
              <a:rPr lang="en-IN" sz="2700" dirty="0"/>
            </a:br>
            <a:endParaRPr lang="en-IN" sz="2700" dirty="0"/>
          </a:p>
        </p:txBody>
      </p:sp>
      <p:sp>
        <p:nvSpPr>
          <p:cNvPr id="3" name="Content Placeholder 2"/>
          <p:cNvSpPr>
            <a:spLocks noGrp="1"/>
          </p:cNvSpPr>
          <p:nvPr>
            <p:ph idx="1"/>
          </p:nvPr>
        </p:nvSpPr>
        <p:spPr>
          <a:xfrm>
            <a:off x="428596" y="1500174"/>
            <a:ext cx="8103844" cy="4429155"/>
          </a:xfrm>
        </p:spPr>
        <p:txBody>
          <a:bodyPr>
            <a:normAutofit fontScale="32500" lnSpcReduction="20000"/>
          </a:bodyPr>
          <a:lstStyle/>
          <a:p>
            <a:pPr>
              <a:buNone/>
            </a:pPr>
            <a:endParaRPr lang="en-US" sz="2200" b="1" u="sng" dirty="0">
              <a:latin typeface="TAU-Marutham" pitchFamily="34" charset="0"/>
              <a:cs typeface="TAU-Marutham" pitchFamily="34" charset="0"/>
            </a:endParaRPr>
          </a:p>
          <a:p>
            <a:pPr>
              <a:buNone/>
            </a:pPr>
            <a:endParaRPr lang="en-US" sz="6200" b="1" u="sng" dirty="0">
              <a:latin typeface="TAU-Marutham" pitchFamily="34" charset="0"/>
              <a:cs typeface="TAU-Marutham" pitchFamily="34" charset="0"/>
            </a:endParaRPr>
          </a:p>
          <a:p>
            <a:pPr>
              <a:buNone/>
            </a:pPr>
            <a:r>
              <a:rPr lang="en-US" sz="6200" b="1" u="sng" dirty="0" err="1">
                <a:latin typeface="TAU-Marutham" pitchFamily="34" charset="0"/>
                <a:cs typeface="TAU-Marutham" pitchFamily="34" charset="0"/>
              </a:rPr>
              <a:t>இதற்கு</a:t>
            </a:r>
            <a:r>
              <a:rPr lang="en-US" sz="6200" b="1" u="sng" dirty="0">
                <a:latin typeface="TAU-Marutham" pitchFamily="34" charset="0"/>
                <a:cs typeface="TAU-Marutham" pitchFamily="34" charset="0"/>
              </a:rPr>
              <a:t> </a:t>
            </a:r>
            <a:r>
              <a:rPr lang="en-US" sz="6200" b="1" u="sng" dirty="0" err="1">
                <a:latin typeface="TAU-Marutham" pitchFamily="34" charset="0"/>
                <a:cs typeface="TAU-Marutham" pitchFamily="34" charset="0"/>
              </a:rPr>
              <a:t>முன்னர்</a:t>
            </a:r>
            <a:endParaRPr lang="en-IN" sz="6200" dirty="0">
              <a:latin typeface="TAU-Marutham" pitchFamily="34" charset="0"/>
              <a:cs typeface="TAU-Marutham" pitchFamily="34" charset="0"/>
            </a:endParaRPr>
          </a:p>
          <a:p>
            <a:pPr lvl="0" algn="just">
              <a:lnSpc>
                <a:spcPct val="170000"/>
              </a:lnSpc>
              <a:buFont typeface="Wingdings" pitchFamily="2" charset="2"/>
              <a:buChar char="Ø"/>
            </a:pPr>
            <a:r>
              <a:rPr lang="en-US" sz="6200" dirty="0" err="1">
                <a:latin typeface="TAU-Marutham" pitchFamily="34" charset="0"/>
                <a:cs typeface="TAU-Marutham" pitchFamily="34" charset="0"/>
              </a:rPr>
              <a:t>பார்வை</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திறன்</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குறைபாடு</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உள்ளவர்களின்</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வேட்பு</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மனுவினை</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பரிசீலனையின்</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போது</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சட்டப்பிரிவு</a:t>
            </a:r>
            <a:r>
              <a:rPr lang="en-US" sz="6200" dirty="0">
                <a:latin typeface="TAU-Marutham" pitchFamily="34" charset="0"/>
                <a:cs typeface="TAU-Marutham" pitchFamily="34" charset="0"/>
              </a:rPr>
              <a:t>                 34(1)(</a:t>
            </a:r>
            <a:r>
              <a:rPr lang="en-US" sz="6200" dirty="0" err="1">
                <a:latin typeface="TAU-Marutham" pitchFamily="34" charset="0"/>
                <a:cs typeface="TAU-Marutham" pitchFamily="34" charset="0"/>
              </a:rPr>
              <a:t>i</a:t>
            </a:r>
            <a:r>
              <a:rPr lang="en-US" sz="6200" dirty="0">
                <a:latin typeface="TAU-Marutham" pitchFamily="34" charset="0"/>
                <a:cs typeface="TAU-Marutham" pitchFamily="34" charset="0"/>
              </a:rPr>
              <a:t>)–</a:t>
            </a:r>
            <a:r>
              <a:rPr lang="en-US" sz="6200" dirty="0" err="1">
                <a:latin typeface="TAU-Marutham" pitchFamily="34" charset="0"/>
                <a:cs typeface="TAU-Marutham" pitchFamily="34" charset="0"/>
              </a:rPr>
              <a:t>ன்படி</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நிராகரிக்கலாம்</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என</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ஆணையத்தால்</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கூறப்பட்டிருந்தது</a:t>
            </a:r>
            <a:r>
              <a:rPr lang="en-US" sz="6200" dirty="0">
                <a:latin typeface="TAU-Marutham" pitchFamily="34" charset="0"/>
                <a:cs typeface="TAU-Marutham" pitchFamily="34" charset="0"/>
              </a:rPr>
              <a:t>.</a:t>
            </a:r>
          </a:p>
          <a:p>
            <a:pPr>
              <a:lnSpc>
                <a:spcPct val="170000"/>
              </a:lnSpc>
              <a:buNone/>
            </a:pPr>
            <a:r>
              <a:rPr lang="en-US" sz="6200" b="1" dirty="0" err="1">
                <a:latin typeface="TAU-Marutham" pitchFamily="34" charset="0"/>
                <a:cs typeface="TAU-Marutham" pitchFamily="34" charset="0"/>
              </a:rPr>
              <a:t>தற்போது</a:t>
            </a:r>
            <a:r>
              <a:rPr lang="en-US" sz="6200" b="1" dirty="0">
                <a:latin typeface="TAU-Marutham" pitchFamily="34" charset="0"/>
                <a:cs typeface="TAU-Marutham" pitchFamily="34" charset="0"/>
              </a:rPr>
              <a:t>    </a:t>
            </a:r>
            <a:r>
              <a:rPr lang="en-US" sz="6200" b="1" dirty="0" err="1">
                <a:latin typeface="TAU-Marutham" pitchFamily="34" charset="0"/>
                <a:cs typeface="TAU-Marutham" pitchFamily="34" charset="0"/>
              </a:rPr>
              <a:t>பிரிவு</a:t>
            </a:r>
            <a:r>
              <a:rPr lang="en-US" sz="6200" b="1" dirty="0">
                <a:latin typeface="TAU-Marutham" pitchFamily="34" charset="0"/>
                <a:cs typeface="TAU-Marutham" pitchFamily="34" charset="0"/>
              </a:rPr>
              <a:t>   34 (1) (</a:t>
            </a:r>
            <a:r>
              <a:rPr lang="en-US" sz="6200" b="1" dirty="0" err="1">
                <a:latin typeface="TAU-Marutham" pitchFamily="34" charset="0"/>
                <a:cs typeface="TAU-Marutham" pitchFamily="34" charset="0"/>
              </a:rPr>
              <a:t>i</a:t>
            </a:r>
            <a:r>
              <a:rPr lang="en-US" sz="6200" b="1" dirty="0">
                <a:latin typeface="TAU-Marutham" pitchFamily="34" charset="0"/>
                <a:cs typeface="TAU-Marutham" pitchFamily="34" charset="0"/>
              </a:rPr>
              <a:t>) – </a:t>
            </a:r>
            <a:r>
              <a:rPr lang="en-US" sz="6200" b="1" dirty="0" err="1">
                <a:latin typeface="TAU-Marutham" pitchFamily="34" charset="0"/>
                <a:cs typeface="TAU-Marutham" pitchFamily="34" charset="0"/>
              </a:rPr>
              <a:t>ல்</a:t>
            </a:r>
            <a:r>
              <a:rPr lang="en-US" sz="6200" b="1" dirty="0">
                <a:latin typeface="TAU-Marutham" pitchFamily="34" charset="0"/>
                <a:cs typeface="TAU-Marutham" pitchFamily="34" charset="0"/>
              </a:rPr>
              <a:t> </a:t>
            </a:r>
            <a:r>
              <a:rPr lang="en-US" sz="6200" b="1" dirty="0" err="1">
                <a:latin typeface="TAU-Marutham" pitchFamily="34" charset="0"/>
                <a:cs typeface="TAU-Marutham" pitchFamily="34" charset="0"/>
              </a:rPr>
              <a:t>சட்ட</a:t>
            </a:r>
            <a:r>
              <a:rPr lang="en-US" sz="6200" b="1" dirty="0">
                <a:latin typeface="TAU-Marutham" pitchFamily="34" charset="0"/>
                <a:cs typeface="TAU-Marutham" pitchFamily="34" charset="0"/>
              </a:rPr>
              <a:t> </a:t>
            </a:r>
            <a:r>
              <a:rPr lang="en-US" sz="6200" b="1" dirty="0" err="1">
                <a:latin typeface="TAU-Marutham" pitchFamily="34" charset="0"/>
                <a:cs typeface="TAU-Marutham" pitchFamily="34" charset="0"/>
              </a:rPr>
              <a:t>திருத்தம்</a:t>
            </a:r>
            <a:r>
              <a:rPr lang="en-US" sz="6200" b="1" dirty="0">
                <a:latin typeface="TAU-Marutham" pitchFamily="34" charset="0"/>
                <a:cs typeface="TAU-Marutham" pitchFamily="34" charset="0"/>
              </a:rPr>
              <a:t>.</a:t>
            </a:r>
            <a:endParaRPr lang="en-IN" sz="6200" dirty="0">
              <a:latin typeface="TAU-Marutham" pitchFamily="34" charset="0"/>
              <a:cs typeface="TAU-Marutham" pitchFamily="34" charset="0"/>
            </a:endParaRPr>
          </a:p>
          <a:p>
            <a:pPr lvl="0">
              <a:lnSpc>
                <a:spcPct val="170000"/>
              </a:lnSpc>
              <a:buFont typeface="Wingdings" pitchFamily="2" charset="2"/>
              <a:buChar char="Ø"/>
            </a:pPr>
            <a:r>
              <a:rPr lang="en-US" sz="6200" dirty="0" err="1">
                <a:latin typeface="TAU-Marutham" pitchFamily="34" charset="0"/>
                <a:cs typeface="TAU-Marutham" pitchFamily="34" charset="0"/>
              </a:rPr>
              <a:t>அரசிதழ்</a:t>
            </a:r>
            <a:r>
              <a:rPr lang="en-US" sz="6200" dirty="0">
                <a:latin typeface="TAU-Marutham" pitchFamily="34" charset="0"/>
                <a:cs typeface="TAU-Marutham" pitchFamily="34" charset="0"/>
              </a:rPr>
              <a:t> 83 </a:t>
            </a:r>
            <a:r>
              <a:rPr lang="en-US" sz="6200" dirty="0" err="1">
                <a:latin typeface="TAU-Marutham" pitchFamily="34" charset="0"/>
                <a:cs typeface="TAU-Marutham" pitchFamily="34" charset="0"/>
              </a:rPr>
              <a:t>நாள்</a:t>
            </a:r>
            <a:r>
              <a:rPr lang="en-US" sz="6200" dirty="0">
                <a:latin typeface="TAU-Marutham" pitchFamily="34" charset="0"/>
                <a:cs typeface="TAU-Marutham" pitchFamily="34" charset="0"/>
              </a:rPr>
              <a:t> : 30.01.2022-ல் </a:t>
            </a:r>
            <a:r>
              <a:rPr lang="en-US" sz="6200" dirty="0" err="1">
                <a:latin typeface="TAU-Marutham" pitchFamily="34" charset="0"/>
                <a:cs typeface="TAU-Marutham" pitchFamily="34" charset="0"/>
              </a:rPr>
              <a:t>திருத்தம்</a:t>
            </a:r>
            <a:r>
              <a:rPr lang="en-US" sz="6200" dirty="0">
                <a:latin typeface="TAU-Marutham" pitchFamily="34" charset="0"/>
                <a:cs typeface="TAU-Marutham" pitchFamily="34" charset="0"/>
              </a:rPr>
              <a:t> </a:t>
            </a:r>
            <a:r>
              <a:rPr lang="en-US" sz="6200" dirty="0" err="1">
                <a:latin typeface="TAU-Marutham" pitchFamily="34" charset="0"/>
                <a:cs typeface="TAU-Marutham" pitchFamily="34" charset="0"/>
              </a:rPr>
              <a:t>மேற்கொள்ளப்பட்டுள்ளது</a:t>
            </a:r>
            <a:r>
              <a:rPr lang="en-US" sz="6200" dirty="0">
                <a:latin typeface="TAU-Marutham" pitchFamily="34" charset="0"/>
                <a:cs typeface="TAU-Marutham" pitchFamily="34" charset="0"/>
              </a:rPr>
              <a:t>.</a:t>
            </a:r>
            <a:endParaRPr lang="en-IN" sz="6200" dirty="0">
              <a:latin typeface="TAU-Marutham" pitchFamily="34" charset="0"/>
              <a:cs typeface="TAU-Marutham" pitchFamily="34" charset="0"/>
            </a:endParaRPr>
          </a:p>
          <a:p>
            <a:pPr>
              <a:buNone/>
            </a:pPr>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37</a:t>
            </a:fld>
            <a:endParaRPr lang="en-US"/>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a:bodyPr>
          <a:lstStyle/>
          <a:p>
            <a:pPr algn="just">
              <a:lnSpc>
                <a:spcPct val="170000"/>
              </a:lnSpc>
              <a:buFont typeface="Wingdings" pitchFamily="2" charset="2"/>
              <a:buChar char="Ø"/>
            </a:pPr>
            <a:r>
              <a:rPr lang="en-US" sz="1900" dirty="0" err="1">
                <a:latin typeface="TAU-Marutham" pitchFamily="34" charset="0"/>
                <a:cs typeface="TAU-Marutham" pitchFamily="34" charset="0"/>
              </a:rPr>
              <a:t>இத்திருத்தத்தின்படி</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பிரிவு</a:t>
            </a:r>
            <a:r>
              <a:rPr lang="en-US" sz="1900" dirty="0">
                <a:latin typeface="TAU-Marutham" pitchFamily="34" charset="0"/>
                <a:cs typeface="TAU-Marutham" pitchFamily="34" charset="0"/>
              </a:rPr>
              <a:t> 34(1)(</a:t>
            </a:r>
            <a:r>
              <a:rPr lang="en-US" sz="1900" dirty="0" err="1">
                <a:latin typeface="TAU-Marutham" pitchFamily="34" charset="0"/>
                <a:cs typeface="TAU-Marutham" pitchFamily="34" charset="0"/>
              </a:rPr>
              <a:t>i</a:t>
            </a:r>
            <a:r>
              <a:rPr lang="en-US" sz="1900" dirty="0">
                <a:latin typeface="TAU-Marutham" pitchFamily="34" charset="0"/>
                <a:cs typeface="TAU-Marutham" pitchFamily="34" charset="0"/>
              </a:rPr>
              <a:t>)-</a:t>
            </a:r>
            <a:r>
              <a:rPr lang="en-US" sz="1900" dirty="0" err="1">
                <a:latin typeface="TAU-Marutham" pitchFamily="34" charset="0"/>
                <a:cs typeface="TAU-Marutham" pitchFamily="34" charset="0"/>
              </a:rPr>
              <a:t>ல்</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சொல்லப்பட்ட</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தகுதியின்மை</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பார்வைக்</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குறைபாடு</a:t>
            </a:r>
            <a:r>
              <a:rPr lang="en-US" sz="1900" dirty="0">
                <a:latin typeface="TAU-Marutham" pitchFamily="34" charset="0"/>
                <a:cs typeface="TAU-Marutham" pitchFamily="34" charset="0"/>
              </a:rPr>
              <a:t>  (Visually impaired)  </a:t>
            </a:r>
            <a:r>
              <a:rPr lang="en-US" sz="1900" dirty="0" err="1">
                <a:latin typeface="TAU-Marutham" pitchFamily="34" charset="0"/>
                <a:cs typeface="TAU-Marutham" pitchFamily="34" charset="0"/>
              </a:rPr>
              <a:t>உடைய</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மற்றும்</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உடல்</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தகுதியின்மை</a:t>
            </a:r>
            <a:r>
              <a:rPr lang="en-US" sz="1900" dirty="0">
                <a:latin typeface="TAU-Marutham" pitchFamily="34" charset="0"/>
                <a:cs typeface="TAU-Marutham" pitchFamily="34" charset="0"/>
              </a:rPr>
              <a:t> (Physical disability) </a:t>
            </a:r>
            <a:r>
              <a:rPr lang="en-US" sz="1900" dirty="0" err="1">
                <a:latin typeface="TAU-Marutham" pitchFamily="34" charset="0"/>
                <a:cs typeface="TAU-Marutham" pitchFamily="34" charset="0"/>
              </a:rPr>
              <a:t>உள்ள</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நபர்களுக்கு</a:t>
            </a:r>
            <a:r>
              <a:rPr lang="en-US" sz="1900" dirty="0">
                <a:latin typeface="TAU-Marutham" pitchFamily="34" charset="0"/>
                <a:cs typeface="TAU-Marutham" pitchFamily="34" charset="0"/>
              </a:rPr>
              <a:t> (Persons) </a:t>
            </a:r>
            <a:r>
              <a:rPr lang="en-US" sz="1900" dirty="0" err="1">
                <a:latin typeface="TAU-Marutham" pitchFamily="34" charset="0"/>
                <a:cs typeface="TAU-Marutham" pitchFamily="34" charset="0"/>
              </a:rPr>
              <a:t>பொருந்தாது</a:t>
            </a:r>
            <a:r>
              <a:rPr lang="en-US" sz="1900" dirty="0">
                <a:latin typeface="TAU-Marutham" pitchFamily="34" charset="0"/>
                <a:cs typeface="TAU-Marutham" pitchFamily="34" charset="0"/>
              </a:rPr>
              <a:t>.	</a:t>
            </a:r>
            <a:endParaRPr lang="en-IN" sz="1900" dirty="0">
              <a:latin typeface="TAU-Marutham" pitchFamily="34" charset="0"/>
              <a:cs typeface="TAU-Marutham" pitchFamily="34" charset="0"/>
            </a:endParaRPr>
          </a:p>
          <a:p>
            <a:pPr algn="just">
              <a:lnSpc>
                <a:spcPct val="170000"/>
              </a:lnSpc>
              <a:buFont typeface="Wingdings" pitchFamily="2" charset="2"/>
              <a:buChar char="Ø"/>
            </a:pPr>
            <a:r>
              <a:rPr lang="en-US" sz="1900" dirty="0" err="1">
                <a:latin typeface="TAU-Marutham" pitchFamily="34" charset="0"/>
                <a:cs typeface="TAU-Marutham" pitchFamily="34" charset="0"/>
              </a:rPr>
              <a:t>எனவே</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வேட்பு</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மனு</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பெறுதல்</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பரிசீலித்தல்</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தள்ளுபடி</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செய்தல்</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ஏற்றுக்</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கொள்ளுதல்</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போன்ற</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வேட்பு</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மனு</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தொடர்பான</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நடவடிக்கைகளின்</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போது</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சட்டப்பிரிவு</a:t>
            </a:r>
            <a:r>
              <a:rPr lang="en-US" sz="1900" dirty="0">
                <a:latin typeface="TAU-Marutham" pitchFamily="34" charset="0"/>
                <a:cs typeface="TAU-Marutham" pitchFamily="34" charset="0"/>
              </a:rPr>
              <a:t> 34-ன் </a:t>
            </a:r>
            <a:r>
              <a:rPr lang="en-US" sz="1900" dirty="0" err="1">
                <a:latin typeface="TAU-Marutham" pitchFamily="34" charset="0"/>
                <a:cs typeface="TAU-Marutham" pitchFamily="34" charset="0"/>
              </a:rPr>
              <a:t>கீழ்</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நிர்வாக</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சபை</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சங்கத்தினர்களின்</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தகுதியின்மை</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பற்றிய</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இச்சட்டத்திருத்தத்தைக்</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கவனத்தில்</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கொண்டு</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செயல்படுமாறு</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தக்க</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அறிவுரைகள்</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வழங்கிட</a:t>
            </a:r>
            <a:r>
              <a:rPr lang="en-US" sz="1900" dirty="0">
                <a:latin typeface="TAU-Marutham" pitchFamily="34" charset="0"/>
                <a:cs typeface="TAU-Marutham" pitchFamily="34" charset="0"/>
              </a:rPr>
              <a:t> </a:t>
            </a:r>
            <a:r>
              <a:rPr lang="en-US" sz="1900" dirty="0" err="1">
                <a:latin typeface="TAU-Marutham" pitchFamily="34" charset="0"/>
                <a:cs typeface="TAU-Marutham" pitchFamily="34" charset="0"/>
              </a:rPr>
              <a:t>வேண்டும்</a:t>
            </a:r>
            <a:r>
              <a:rPr lang="en-US" sz="1900" dirty="0">
                <a:latin typeface="TAU-Marutham" pitchFamily="34" charset="0"/>
                <a:cs typeface="TAU-Marutham" pitchFamily="34" charset="0"/>
              </a:rPr>
              <a:t>. </a:t>
            </a:r>
          </a:p>
          <a:p>
            <a:endParaRPr lang="en-IN"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38</a:t>
            </a:fld>
            <a:endParaRPr lang="en-US"/>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00042"/>
            <a:ext cx="8229600" cy="1285884"/>
          </a:xfrm>
        </p:spPr>
        <p:txBody>
          <a:bodyPr>
            <a:normAutofit fontScale="90000"/>
          </a:bodyPr>
          <a:lstStyle/>
          <a:p>
            <a:pPr>
              <a:lnSpc>
                <a:spcPct val="150000"/>
              </a:lnSpc>
            </a:pPr>
            <a:r>
              <a:rPr lang="en-US" sz="2400" b="1" dirty="0"/>
              <a:t/>
            </a:r>
            <a:br>
              <a:rPr lang="en-US" sz="2400" b="1" dirty="0"/>
            </a:br>
            <a:r>
              <a:rPr lang="en-US" sz="2400" b="1" dirty="0"/>
              <a:t/>
            </a:r>
            <a:br>
              <a:rPr lang="en-US" sz="2400" b="1" dirty="0"/>
            </a:br>
            <a:r>
              <a:rPr lang="en-US" sz="2900" b="1" u="sng" dirty="0" err="1">
                <a:latin typeface="TAU-Marutham" pitchFamily="34" charset="0"/>
                <a:cs typeface="TAU-Marutham" pitchFamily="34" charset="0"/>
              </a:rPr>
              <a:t>ஆணையத்தின்</a:t>
            </a:r>
            <a:r>
              <a:rPr lang="en-US" sz="2900" b="1" u="sng" dirty="0">
                <a:latin typeface="TAU-Marutham" pitchFamily="34" charset="0"/>
                <a:cs typeface="TAU-Marutham" pitchFamily="34" charset="0"/>
              </a:rPr>
              <a:t> </a:t>
            </a:r>
            <a:r>
              <a:rPr lang="en-US" sz="2900" b="1" u="sng" dirty="0" err="1">
                <a:latin typeface="TAU-Marutham" pitchFamily="34" charset="0"/>
                <a:cs typeface="TAU-Marutham" pitchFamily="34" charset="0"/>
              </a:rPr>
              <a:t>வலைத்தளம்</a:t>
            </a:r>
            <a:r>
              <a:rPr lang="en-US" sz="2900" b="1" u="sng" dirty="0">
                <a:latin typeface="TAU-Marutham" pitchFamily="34" charset="0"/>
                <a:cs typeface="TAU-Marutham" pitchFamily="34" charset="0"/>
              </a:rPr>
              <a:t>  </a:t>
            </a:r>
            <a:r>
              <a:rPr lang="en-US" sz="2900" b="1" dirty="0">
                <a:latin typeface="TAU-Marutham" pitchFamily="34" charset="0"/>
                <a:cs typeface="TAU-Marutham" pitchFamily="34" charset="0"/>
                <a:hlinkClick r:id="rId2"/>
              </a:rPr>
              <a:t>www.coopelection.tn.gov.in</a:t>
            </a:r>
            <a:r>
              <a:rPr lang="en-US" sz="2900" b="1" dirty="0">
                <a:latin typeface="TAU-Marutham" pitchFamily="34" charset="0"/>
                <a:cs typeface="TAU-Marutham" pitchFamily="34" charset="0"/>
              </a:rPr>
              <a:t/>
            </a:r>
            <a:br>
              <a:rPr lang="en-US" sz="2900" b="1" dirty="0">
                <a:latin typeface="TAU-Marutham" pitchFamily="34" charset="0"/>
                <a:cs typeface="TAU-Marutham" pitchFamily="34" charset="0"/>
              </a:rPr>
            </a:br>
            <a:r>
              <a:rPr lang="en-US" sz="1800" b="1" dirty="0" err="1">
                <a:solidFill>
                  <a:srgbClr val="0070C0"/>
                </a:solidFill>
                <a:latin typeface="TAU-Marutham" pitchFamily="34" charset="0"/>
                <a:cs typeface="TAU-Marutham" pitchFamily="34" charset="0"/>
              </a:rPr>
              <a:t>ஆணைய</a:t>
            </a:r>
            <a:r>
              <a:rPr lang="en-US" sz="1800" b="1" dirty="0">
                <a:solidFill>
                  <a:srgbClr val="0070C0"/>
                </a:solidFill>
                <a:latin typeface="TAU-Marutham" pitchFamily="34" charset="0"/>
                <a:cs typeface="TAU-Marutham" pitchFamily="34" charset="0"/>
              </a:rPr>
              <a:t> </a:t>
            </a:r>
            <a:r>
              <a:rPr lang="en-US" sz="1800" b="1" dirty="0" err="1">
                <a:solidFill>
                  <a:srgbClr val="0070C0"/>
                </a:solidFill>
                <a:latin typeface="TAU-Marutham" pitchFamily="34" charset="0"/>
                <a:ea typeface="Calibri" pitchFamily="34" charset="0"/>
                <a:cs typeface="TAU-Marutham" pitchFamily="34" charset="0"/>
              </a:rPr>
              <a:t>சுற்றறிக்கை</a:t>
            </a:r>
            <a:r>
              <a:rPr lang="en-US" sz="2000" b="1" dirty="0">
                <a:solidFill>
                  <a:srgbClr val="0070C0"/>
                </a:solidFill>
                <a:latin typeface="TAU-Marutham" pitchFamily="34" charset="0"/>
                <a:ea typeface="Calibri" pitchFamily="34" charset="0"/>
                <a:cs typeface="TAU-Marutham" pitchFamily="34" charset="0"/>
              </a:rPr>
              <a:t> </a:t>
            </a:r>
            <a:r>
              <a:rPr lang="en-US" sz="1800" b="1" dirty="0" err="1">
                <a:solidFill>
                  <a:srgbClr val="0070C0"/>
                </a:solidFill>
                <a:latin typeface="TAU-Marutham" pitchFamily="34" charset="0"/>
                <a:cs typeface="TAU-Marutham" pitchFamily="34" charset="0"/>
              </a:rPr>
              <a:t>ந.க.எண்</a:t>
            </a:r>
            <a:r>
              <a:rPr lang="en-US" sz="1800" b="1" dirty="0">
                <a:solidFill>
                  <a:srgbClr val="0070C0"/>
                </a:solidFill>
                <a:latin typeface="TAU-Marutham" pitchFamily="34" charset="0"/>
                <a:cs typeface="TAU-Marutham" pitchFamily="34" charset="0"/>
              </a:rPr>
              <a:t> 1265/2022/கூதே3, </a:t>
            </a:r>
            <a:r>
              <a:rPr lang="en-US" sz="1800" b="1" dirty="0" err="1">
                <a:solidFill>
                  <a:srgbClr val="0070C0"/>
                </a:solidFill>
                <a:latin typeface="TAU-Marutham" pitchFamily="34" charset="0"/>
                <a:cs typeface="TAU-Marutham" pitchFamily="34" charset="0"/>
              </a:rPr>
              <a:t>நாள்</a:t>
            </a:r>
            <a:r>
              <a:rPr lang="en-US" sz="1800" b="1" dirty="0">
                <a:solidFill>
                  <a:srgbClr val="0070C0"/>
                </a:solidFill>
                <a:latin typeface="TAU-Marutham" pitchFamily="34" charset="0"/>
                <a:cs typeface="TAU-Marutham" pitchFamily="34" charset="0"/>
              </a:rPr>
              <a:t> 14.11.2022</a:t>
            </a:r>
            <a:r>
              <a:rPr lang="en-US" sz="2700" b="1" dirty="0">
                <a:solidFill>
                  <a:srgbClr val="0070C0"/>
                </a:solidFill>
                <a:latin typeface="TAU-Marutham" pitchFamily="34" charset="0"/>
                <a:cs typeface="TAU-Marutham" pitchFamily="34" charset="0"/>
              </a:rPr>
              <a:t/>
            </a:r>
            <a:br>
              <a:rPr lang="en-US" sz="2700" b="1" dirty="0">
                <a:solidFill>
                  <a:srgbClr val="0070C0"/>
                </a:solidFill>
                <a:latin typeface="TAU-Marutham" pitchFamily="34" charset="0"/>
                <a:cs typeface="TAU-Marutham" pitchFamily="34" charset="0"/>
              </a:rPr>
            </a:br>
            <a:r>
              <a:rPr lang="en-US" sz="2900" b="1" dirty="0">
                <a:latin typeface="TAU-Marutham" pitchFamily="34" charset="0"/>
                <a:cs typeface="TAU-Marutham" pitchFamily="34" charset="0"/>
              </a:rPr>
              <a:t> </a:t>
            </a:r>
            <a:r>
              <a:rPr lang="en-IN" sz="2900" dirty="0"/>
              <a:t/>
            </a:r>
            <a:br>
              <a:rPr lang="en-IN" sz="2900" dirty="0"/>
            </a:br>
            <a:endParaRPr lang="en-IN" sz="2900" dirty="0"/>
          </a:p>
        </p:txBody>
      </p:sp>
      <p:sp>
        <p:nvSpPr>
          <p:cNvPr id="3" name="Content Placeholder 2"/>
          <p:cNvSpPr>
            <a:spLocks noGrp="1"/>
          </p:cNvSpPr>
          <p:nvPr>
            <p:ph idx="1"/>
          </p:nvPr>
        </p:nvSpPr>
        <p:spPr>
          <a:xfrm>
            <a:off x="457200" y="1785926"/>
            <a:ext cx="8229600" cy="4595402"/>
          </a:xfrm>
        </p:spPr>
        <p:txBody>
          <a:bodyPr>
            <a:normAutofit fontScale="55000" lnSpcReduction="20000"/>
          </a:bodyPr>
          <a:lstStyle/>
          <a:p>
            <a:pPr algn="just">
              <a:lnSpc>
                <a:spcPct val="150000"/>
              </a:lnSpc>
              <a:buNone/>
            </a:pPr>
            <a:endParaRPr lang="en-US" sz="1600" dirty="0">
              <a:latin typeface="TAU-Marutham" pitchFamily="34" charset="0"/>
              <a:cs typeface="TAU-Marutham" pitchFamily="34" charset="0"/>
            </a:endParaRPr>
          </a:p>
          <a:p>
            <a:pPr algn="just">
              <a:lnSpc>
                <a:spcPct val="120000"/>
              </a:lnSpc>
              <a:buFont typeface="Wingdings" pitchFamily="2" charset="2"/>
              <a:buChar char="Ø"/>
            </a:pPr>
            <a:r>
              <a:rPr lang="en-US" sz="3300" dirty="0" err="1">
                <a:latin typeface="TAU-Marutham" pitchFamily="34" charset="0"/>
                <a:cs typeface="TAU-Marutham" pitchFamily="34" charset="0"/>
              </a:rPr>
              <a:t>ஆணையத்தின்</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வலைதளம்</a:t>
            </a:r>
            <a:r>
              <a:rPr lang="en-US" sz="3300" dirty="0">
                <a:latin typeface="TAU-Marutham" pitchFamily="34" charset="0"/>
                <a:cs typeface="TAU-Marutham" pitchFamily="34" charset="0"/>
              </a:rPr>
              <a:t> </a:t>
            </a:r>
            <a:r>
              <a:rPr lang="en-US" sz="3300" b="1" dirty="0">
                <a:latin typeface="TAU-Marutham" pitchFamily="34" charset="0"/>
                <a:cs typeface="TAU-Marutham" pitchFamily="34" charset="0"/>
                <a:hlinkClick r:id="rId2"/>
              </a:rPr>
              <a:t>www.coopelection.tn.gov.in</a:t>
            </a:r>
            <a:r>
              <a:rPr lang="en-US" sz="3300" b="1" dirty="0">
                <a:latin typeface="TAU-Marutham" pitchFamily="34" charset="0"/>
                <a:cs typeface="TAU-Marutham" pitchFamily="34" charset="0"/>
              </a:rPr>
              <a:t> </a:t>
            </a:r>
            <a:r>
              <a:rPr lang="en-US" sz="3300" dirty="0" err="1">
                <a:latin typeface="TAU-Marutham" pitchFamily="34" charset="0"/>
                <a:cs typeface="TAU-Marutham" pitchFamily="34" charset="0"/>
              </a:rPr>
              <a:t>தற்போது</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செயல்பாட்டில்</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உள்ளது</a:t>
            </a:r>
            <a:r>
              <a:rPr lang="en-US" sz="3300" dirty="0">
                <a:latin typeface="TAU-Marutham" pitchFamily="34" charset="0"/>
                <a:cs typeface="TAU-Marutham" pitchFamily="34" charset="0"/>
              </a:rPr>
              <a:t>.</a:t>
            </a:r>
            <a:endParaRPr lang="en-IN" sz="3300" dirty="0">
              <a:latin typeface="TAU-Marutham" pitchFamily="34" charset="0"/>
              <a:cs typeface="TAU-Marutham" pitchFamily="34" charset="0"/>
            </a:endParaRPr>
          </a:p>
          <a:p>
            <a:pPr algn="just">
              <a:lnSpc>
                <a:spcPct val="120000"/>
              </a:lnSpc>
              <a:buFont typeface="Wingdings" pitchFamily="2" charset="2"/>
              <a:buChar char="Ø"/>
            </a:pPr>
            <a:r>
              <a:rPr lang="en-US" sz="3300" dirty="0" err="1">
                <a:latin typeface="TAU-Marutham" pitchFamily="34" charset="0"/>
                <a:cs typeface="TAU-Marutham" pitchFamily="34" charset="0"/>
              </a:rPr>
              <a:t>கூட்டுறவு</a:t>
            </a:r>
            <a:r>
              <a:rPr lang="en-US" sz="3300" dirty="0">
                <a:latin typeface="TAU-Marutham" pitchFamily="34" charset="0"/>
                <a:cs typeface="TAU-Marutham" pitchFamily="34" charset="0"/>
              </a:rPr>
              <a:t> தேர்தல் </a:t>
            </a:r>
            <a:r>
              <a:rPr lang="en-US" sz="3300" dirty="0" err="1">
                <a:latin typeface="TAU-Marutham" pitchFamily="34" charset="0"/>
                <a:cs typeface="TAU-Marutham" pitchFamily="34" charset="0"/>
              </a:rPr>
              <a:t>தொடர்பான</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முக்கிய</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சுற்றறிக்கைகள்</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கடிதங்கள்</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செய்தி</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வெளியீடுகள்</a:t>
            </a:r>
            <a:r>
              <a:rPr lang="en-US" sz="3300" dirty="0">
                <a:latin typeface="TAU-Marutham" pitchFamily="34" charset="0"/>
                <a:cs typeface="TAU-Marutham" pitchFamily="34" charset="0"/>
              </a:rPr>
              <a:t>, தேர்தல் </a:t>
            </a:r>
            <a:r>
              <a:rPr lang="en-US" sz="3300" dirty="0" err="1">
                <a:latin typeface="TAU-Marutham" pitchFamily="34" charset="0"/>
                <a:cs typeface="TAU-Marutham" pitchFamily="34" charset="0"/>
              </a:rPr>
              <a:t>கையேடுகள்</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போன்றவற்றை</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இவற்றிலிருந்து</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பதிவிறக்கம்</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செய்து</a:t>
            </a:r>
            <a:r>
              <a:rPr lang="en-US" sz="3300" dirty="0">
                <a:latin typeface="TAU-Marutham" pitchFamily="34" charset="0"/>
                <a:cs typeface="TAU-Marutham" pitchFamily="34" charset="0"/>
              </a:rPr>
              <a:t> </a:t>
            </a:r>
            <a:r>
              <a:rPr lang="en-US" sz="3300" dirty="0" err="1">
                <a:latin typeface="TAU-Marutham" pitchFamily="34" charset="0"/>
                <a:cs typeface="TAU-Marutham" pitchFamily="34" charset="0"/>
              </a:rPr>
              <a:t>கொள்ளலாம்</a:t>
            </a:r>
            <a:r>
              <a:rPr lang="en-US" sz="3300" dirty="0">
                <a:latin typeface="TAU-Marutham" pitchFamily="34" charset="0"/>
                <a:cs typeface="TAU-Marutham" pitchFamily="34" charset="0"/>
              </a:rPr>
              <a:t>.</a:t>
            </a:r>
          </a:p>
          <a:p>
            <a:pPr algn="just">
              <a:lnSpc>
                <a:spcPct val="120000"/>
              </a:lnSpc>
              <a:buFont typeface="Wingdings" pitchFamily="2" charset="2"/>
              <a:buChar char="Ø"/>
            </a:pPr>
            <a:r>
              <a:rPr lang="en-IN" sz="3300" dirty="0" err="1">
                <a:latin typeface="TAU-Marutham" pitchFamily="34" charset="0"/>
                <a:cs typeface="TAU-Marutham" pitchFamily="34" charset="0"/>
              </a:rPr>
              <a:t>ஒட்டுமொத்த</a:t>
            </a:r>
            <a:r>
              <a:rPr lang="en-IN" sz="3300" dirty="0">
                <a:latin typeface="TAU-Marutham" pitchFamily="34" charset="0"/>
                <a:cs typeface="TAU-Marutham" pitchFamily="34" charset="0"/>
              </a:rPr>
              <a:t> தேர்தல் 2023-ன் </a:t>
            </a:r>
            <a:r>
              <a:rPr lang="en-IN" sz="3300" dirty="0" err="1">
                <a:latin typeface="TAU-Marutham" pitchFamily="34" charset="0"/>
                <a:cs typeface="TAU-Marutham" pitchFamily="34" charset="0"/>
              </a:rPr>
              <a:t>தினசரி</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நடைபெறும்</a:t>
            </a:r>
            <a:r>
              <a:rPr lang="en-IN" sz="3300" dirty="0">
                <a:latin typeface="TAU-Marutham" pitchFamily="34" charset="0"/>
                <a:cs typeface="TAU-Marutham" pitchFamily="34" charset="0"/>
              </a:rPr>
              <a:t> தேர்தல் </a:t>
            </a:r>
            <a:r>
              <a:rPr lang="en-IN" sz="3300" dirty="0" err="1">
                <a:latin typeface="TAU-Marutham" pitchFamily="34" charset="0"/>
                <a:cs typeface="TAU-Marutham" pitchFamily="34" charset="0"/>
              </a:rPr>
              <a:t>விவரங்களை</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படிவ</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வடிவத்தில்</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பதிவேற்றிட</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ஏதுவாக</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ஆணையத்தின்</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வலைத்தளமான</a:t>
            </a:r>
            <a:r>
              <a:rPr lang="en-IN" sz="3300" dirty="0">
                <a:latin typeface="TAU-Marutham" pitchFamily="34" charset="0"/>
                <a:cs typeface="TAU-Marutham" pitchFamily="34" charset="0"/>
              </a:rPr>
              <a:t> </a:t>
            </a:r>
            <a:r>
              <a:rPr lang="en-US" sz="3300" b="1" dirty="0">
                <a:latin typeface="TAU-Marutham" pitchFamily="34" charset="0"/>
                <a:cs typeface="TAU-Marutham" pitchFamily="34" charset="0"/>
                <a:hlinkClick r:id="rId2"/>
              </a:rPr>
              <a:t>www.coopelection.tn.gov.in</a:t>
            </a:r>
            <a:r>
              <a:rPr lang="en-US" sz="3300" b="1" dirty="0">
                <a:latin typeface="TAU-Marutham" pitchFamily="34" charset="0"/>
                <a:cs typeface="TAU-Marutham" pitchFamily="34" charset="0"/>
              </a:rPr>
              <a:t> -</a:t>
            </a:r>
            <a:r>
              <a:rPr lang="en-US" sz="3300" b="1" dirty="0" err="1">
                <a:latin typeface="TAU-Marutham" pitchFamily="34" charset="0"/>
                <a:cs typeface="TAU-Marutham" pitchFamily="34" charset="0"/>
              </a:rPr>
              <a:t>ல்</a:t>
            </a:r>
            <a:r>
              <a:rPr lang="en-US" sz="3300" b="1" dirty="0">
                <a:latin typeface="TAU-Marutham" pitchFamily="34" charset="0"/>
                <a:cs typeface="TAU-Marutham" pitchFamily="34" charset="0"/>
              </a:rPr>
              <a:t> </a:t>
            </a:r>
            <a:r>
              <a:rPr lang="en-IN" sz="3300" b="1" dirty="0">
                <a:latin typeface="TAU-Marutham" pitchFamily="34" charset="0"/>
                <a:cs typeface="TAU-Marutham" pitchFamily="34" charset="0"/>
              </a:rPr>
              <a:t>MIS Portal </a:t>
            </a:r>
            <a:r>
              <a:rPr lang="en-IN" sz="3300" dirty="0" err="1">
                <a:latin typeface="TAU-Marutham" pitchFamily="34" charset="0"/>
                <a:cs typeface="TAU-Marutham" pitchFamily="34" charset="0"/>
              </a:rPr>
              <a:t>உருவாக்கப்பட்டு</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வருகிறது</a:t>
            </a:r>
            <a:r>
              <a:rPr lang="en-IN" sz="3300" dirty="0">
                <a:latin typeface="TAU-Marutham" pitchFamily="34" charset="0"/>
                <a:cs typeface="TAU-Marutham" pitchFamily="34" charset="0"/>
              </a:rPr>
              <a:t>.</a:t>
            </a:r>
          </a:p>
          <a:p>
            <a:pPr algn="just">
              <a:lnSpc>
                <a:spcPct val="120000"/>
              </a:lnSpc>
              <a:buFont typeface="Wingdings" pitchFamily="2" charset="2"/>
              <a:buChar char="Ø"/>
            </a:pPr>
            <a:r>
              <a:rPr lang="en-IN" sz="3300" dirty="0">
                <a:latin typeface="TAU-Marutham" pitchFamily="34" charset="0"/>
                <a:cs typeface="TAU-Marutham" pitchFamily="34" charset="0"/>
              </a:rPr>
              <a:t>MIS Portal, </a:t>
            </a:r>
            <a:r>
              <a:rPr lang="en-IN" sz="3300" dirty="0" err="1">
                <a:latin typeface="TAU-Marutham" pitchFamily="34" charset="0"/>
                <a:cs typeface="TAU-Marutham" pitchFamily="34" charset="0"/>
              </a:rPr>
              <a:t>பதிவாளர்</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மற்றும்</a:t>
            </a:r>
            <a:r>
              <a:rPr lang="en-IN" sz="3300" dirty="0">
                <a:latin typeface="TAU-Marutham" pitchFamily="34" charset="0"/>
                <a:cs typeface="TAU-Marutham" pitchFamily="34" charset="0"/>
              </a:rPr>
              <a:t> 15 </a:t>
            </a:r>
            <a:r>
              <a:rPr lang="en-IN" sz="3300" dirty="0" err="1">
                <a:latin typeface="TAU-Marutham" pitchFamily="34" charset="0"/>
                <a:cs typeface="TAU-Marutham" pitchFamily="34" charset="0"/>
              </a:rPr>
              <a:t>செயற்பதிவாளர்களின்</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பயன்பாட்டுக்கு</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வரும்</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போது</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இதன்வழியே</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தேர்தல்</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தொடர்பான</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படிவங்கள்</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வேட்புமனு</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தாக்கல்</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வாக்கு</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எண்ணிக்கை</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முடிவு</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அறிவித்தல்</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போன்ற</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அனைத்து</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விபரங்களும்</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ஆணையத்தி</a:t>
            </a:r>
            <a:r>
              <a:rPr lang="en-US" sz="3300" dirty="0" err="1">
                <a:latin typeface="TAU-Marutham" pitchFamily="34" charset="0"/>
                <a:cs typeface="TAU-Marutham" pitchFamily="34" charset="0"/>
              </a:rPr>
              <a:t>ன்</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வலைதளப்பக்கத்தில்</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பதிவேற்றப்பட</a:t>
            </a:r>
            <a:r>
              <a:rPr lang="en-IN" sz="3300" dirty="0">
                <a:latin typeface="TAU-Marutham" pitchFamily="34" charset="0"/>
                <a:cs typeface="TAU-Marutham" pitchFamily="34" charset="0"/>
              </a:rPr>
              <a:t> </a:t>
            </a:r>
            <a:r>
              <a:rPr lang="en-IN" sz="3300" dirty="0" err="1">
                <a:latin typeface="TAU-Marutham" pitchFamily="34" charset="0"/>
                <a:cs typeface="TAU-Marutham" pitchFamily="34" charset="0"/>
              </a:rPr>
              <a:t>வேண்டும்</a:t>
            </a:r>
            <a:r>
              <a:rPr lang="en-IN" sz="3300" dirty="0">
                <a:latin typeface="TAU-Marutham" pitchFamily="34" charset="0"/>
                <a:cs typeface="TAU-Marutham" pitchFamily="34" charset="0"/>
              </a:rPr>
              <a:t>.</a:t>
            </a:r>
          </a:p>
          <a:p>
            <a:pPr algn="just">
              <a:lnSpc>
                <a:spcPct val="150000"/>
              </a:lnSpc>
              <a:buNone/>
            </a:pPr>
            <a:endParaRPr lang="en-IN" sz="2000" dirty="0">
              <a:latin typeface="TAU-Marutham" pitchFamily="34" charset="0"/>
              <a:cs typeface="TAU-Marutham" pitchFamily="34" charset="0"/>
            </a:endParaRPr>
          </a:p>
          <a:p>
            <a:pPr>
              <a:buNone/>
            </a:pPr>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39</a:t>
            </a:fld>
            <a:endParaRPr lang="en-US"/>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1063602"/>
            <a:ext cx="8229600" cy="365125"/>
          </a:xfrm>
        </p:spPr>
        <p:txBody>
          <a:bodyPr>
            <a:noAutofit/>
          </a:bodyPr>
          <a:lstStyle/>
          <a:p>
            <a:r>
              <a:rPr lang="en-US" sz="2000" b="1" u="sng" dirty="0">
                <a:latin typeface="TAU-Marutham" pitchFamily="34" charset="0"/>
                <a:cs typeface="TAU-Marutham" pitchFamily="34" charset="0"/>
              </a:rPr>
              <a:t>தேர்தல் </a:t>
            </a:r>
            <a:r>
              <a:rPr lang="en-US" sz="2000" b="1" u="sng" dirty="0" err="1">
                <a:latin typeface="TAU-Marutham" pitchFamily="34" charset="0"/>
                <a:cs typeface="TAU-Marutham" pitchFamily="34" charset="0"/>
              </a:rPr>
              <a:t>அறிவிப்பில்</a:t>
            </a:r>
            <a:r>
              <a:rPr lang="en-US" sz="2000" b="1" u="sng" dirty="0">
                <a:latin typeface="TAU-Marutham" pitchFamily="34" charset="0"/>
                <a:cs typeface="TAU-Marutham" pitchFamily="34" charset="0"/>
              </a:rPr>
              <a:t> </a:t>
            </a:r>
            <a:r>
              <a:rPr lang="en-US" sz="2000" b="1" u="sng" dirty="0" err="1">
                <a:latin typeface="TAU-Marutham" pitchFamily="34" charset="0"/>
                <a:cs typeface="TAU-Marutham" pitchFamily="34" charset="0"/>
              </a:rPr>
              <a:t>குறிப்பிட்டுள்ள</a:t>
            </a:r>
            <a:r>
              <a:rPr lang="en-US" sz="2000" b="1" u="sng" dirty="0">
                <a:latin typeface="TAU-Marutham" pitchFamily="34" charset="0"/>
                <a:cs typeface="TAU-Marutham" pitchFamily="34" charset="0"/>
              </a:rPr>
              <a:t> </a:t>
            </a:r>
            <a:r>
              <a:rPr lang="en-US" sz="2000" b="1" u="sng" dirty="0" err="1">
                <a:latin typeface="TAU-Marutham" pitchFamily="34" charset="0"/>
                <a:cs typeface="TAU-Marutham" pitchFamily="34" charset="0"/>
              </a:rPr>
              <a:t>இடங்களை</a:t>
            </a:r>
            <a:r>
              <a:rPr lang="en-US" sz="2000" b="1" u="sng" dirty="0">
                <a:latin typeface="TAU-Marutham" pitchFamily="34" charset="0"/>
                <a:cs typeface="TAU-Marutham" pitchFamily="34" charset="0"/>
              </a:rPr>
              <a:t> </a:t>
            </a:r>
            <a:r>
              <a:rPr lang="en-US" sz="2000" b="1" u="sng" dirty="0" err="1">
                <a:latin typeface="TAU-Marutham" pitchFamily="34" charset="0"/>
                <a:cs typeface="TAU-Marutham" pitchFamily="34" charset="0"/>
              </a:rPr>
              <a:t>சட்ட</a:t>
            </a:r>
            <a:r>
              <a:rPr lang="en-US" sz="2000" b="1" u="sng" dirty="0">
                <a:latin typeface="TAU-Marutham" pitchFamily="34" charset="0"/>
                <a:cs typeface="TAU-Marutham" pitchFamily="34" charset="0"/>
              </a:rPr>
              <a:t> </a:t>
            </a:r>
            <a:r>
              <a:rPr lang="en-US" sz="2000" b="1" u="sng" dirty="0" err="1">
                <a:latin typeface="TAU-Marutham" pitchFamily="34" charset="0"/>
                <a:cs typeface="TAU-Marutham" pitchFamily="34" charset="0"/>
              </a:rPr>
              <a:t>விதிகளுக்கு</a:t>
            </a:r>
            <a:r>
              <a:rPr lang="en-US" sz="2000" b="1" u="sng" dirty="0">
                <a:latin typeface="TAU-Marutham" pitchFamily="34" charset="0"/>
                <a:cs typeface="TAU-Marutham" pitchFamily="34" charset="0"/>
              </a:rPr>
              <a:t> </a:t>
            </a:r>
            <a:r>
              <a:rPr lang="en-US" sz="2000" b="1" u="sng" dirty="0" err="1">
                <a:latin typeface="TAU-Marutham" pitchFamily="34" charset="0"/>
                <a:cs typeface="TAU-Marutham" pitchFamily="34" charset="0"/>
              </a:rPr>
              <a:t>முரணாக</a:t>
            </a:r>
            <a:r>
              <a:rPr lang="en-US" sz="2000" b="1" u="sng" dirty="0">
                <a:latin typeface="TAU-Marutham" pitchFamily="34" charset="0"/>
                <a:cs typeface="TAU-Marutham" pitchFamily="34" charset="0"/>
              </a:rPr>
              <a:t> </a:t>
            </a:r>
            <a:r>
              <a:rPr lang="en-US" sz="2000" b="1" u="sng" dirty="0" err="1">
                <a:latin typeface="TAU-Marutham" pitchFamily="34" charset="0"/>
                <a:cs typeface="TAU-Marutham" pitchFamily="34" charset="0"/>
              </a:rPr>
              <a:t>மாற்றுதல்</a:t>
            </a:r>
            <a:r>
              <a:rPr lang="en-US" sz="2000" b="1" u="sng" dirty="0">
                <a:latin typeface="TAU-Marutham" pitchFamily="34" charset="0"/>
                <a:cs typeface="TAU-Marutham" pitchFamily="34" charset="0"/>
              </a:rPr>
              <a:t/>
            </a:r>
            <a:br>
              <a:rPr lang="en-US" sz="2000" b="1" u="sng" dirty="0">
                <a:latin typeface="TAU-Marutham" pitchFamily="34" charset="0"/>
                <a:cs typeface="TAU-Marutham" pitchFamily="34" charset="0"/>
              </a:rPr>
            </a:br>
            <a:r>
              <a:rPr lang="en-US" sz="1800" b="1" dirty="0">
                <a:latin typeface="TAU-Marutham" pitchFamily="34" charset="0"/>
                <a:cs typeface="TAU-Marutham" pitchFamily="34" charset="0"/>
              </a:rPr>
              <a:t/>
            </a:r>
            <a:br>
              <a:rPr lang="en-US" sz="1800" b="1" dirty="0">
                <a:latin typeface="TAU-Marutham" pitchFamily="34" charset="0"/>
                <a:cs typeface="TAU-Marutham" pitchFamily="34" charset="0"/>
              </a:rPr>
            </a:br>
            <a:r>
              <a:rPr lang="en-US" sz="2000" b="1" dirty="0" err="1">
                <a:solidFill>
                  <a:srgbClr val="0070C0"/>
                </a:solidFill>
                <a:latin typeface="TAU-Marutham" pitchFamily="34" charset="0"/>
                <a:cs typeface="TAU-Marutham" pitchFamily="34" charset="0"/>
              </a:rPr>
              <a:t>ஆணைய</a:t>
            </a:r>
            <a:r>
              <a:rPr lang="en-US" sz="2000" b="1" dirty="0">
                <a:solidFill>
                  <a:srgbClr val="0070C0"/>
                </a:solidFill>
                <a:latin typeface="TAU-Marutham"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சுற்றறிக்கை</a:t>
            </a:r>
            <a:r>
              <a:rPr lang="en-US" sz="2000" b="1" dirty="0">
                <a:solidFill>
                  <a:srgbClr val="0070C0"/>
                </a:solidFill>
                <a:latin typeface="TAU-Marutham" pitchFamily="34" charset="0"/>
                <a:cs typeface="TAU-Marutham" pitchFamily="34" charset="0"/>
              </a:rPr>
              <a:t> ந.க.1285/2022/கூதே3,                              </a:t>
            </a:r>
            <a:r>
              <a:rPr lang="en-US" sz="2000" b="1" dirty="0" err="1">
                <a:solidFill>
                  <a:srgbClr val="0070C0"/>
                </a:solidFill>
                <a:latin typeface="TAU-Marutham" pitchFamily="34" charset="0"/>
                <a:cs typeface="TAU-Marutham" pitchFamily="34" charset="0"/>
              </a:rPr>
              <a:t>நாள்</a:t>
            </a:r>
            <a:r>
              <a:rPr lang="en-US" sz="2000" b="1" dirty="0">
                <a:solidFill>
                  <a:srgbClr val="0070C0"/>
                </a:solidFill>
                <a:latin typeface="TAU-Marutham" pitchFamily="34" charset="0"/>
                <a:cs typeface="TAU-Marutham" pitchFamily="34" charset="0"/>
              </a:rPr>
              <a:t> 16.11.2022</a:t>
            </a:r>
            <a:endParaRPr lang="en-IN" sz="2000" dirty="0">
              <a:solidFill>
                <a:srgbClr val="0070C0"/>
              </a:solidFill>
              <a:latin typeface="TAU-Marutham" pitchFamily="34" charset="0"/>
              <a:cs typeface="TAU-Marutham" pitchFamily="34" charset="0"/>
            </a:endParaRPr>
          </a:p>
        </p:txBody>
      </p:sp>
      <p:sp>
        <p:nvSpPr>
          <p:cNvPr id="3" name="Content Placeholder 2"/>
          <p:cNvSpPr>
            <a:spLocks noGrp="1"/>
          </p:cNvSpPr>
          <p:nvPr>
            <p:ph idx="1"/>
          </p:nvPr>
        </p:nvSpPr>
        <p:spPr>
          <a:xfrm>
            <a:off x="457200" y="1988840"/>
            <a:ext cx="8229600" cy="4137323"/>
          </a:xfrm>
        </p:spPr>
        <p:txBody>
          <a:bodyPr>
            <a:normAutofit/>
          </a:bodyPr>
          <a:lstStyle/>
          <a:p>
            <a:pPr algn="just">
              <a:buNone/>
            </a:pPr>
            <a:endParaRPr lang="en-IN" sz="2600" dirty="0">
              <a:latin typeface="TAU-Marutham" pitchFamily="34" charset="0"/>
              <a:cs typeface="TAU-Marutham" pitchFamily="34" charset="0"/>
            </a:endParaRPr>
          </a:p>
          <a:p>
            <a:pPr lvl="0" algn="just">
              <a:lnSpc>
                <a:spcPct val="150000"/>
              </a:lnSpc>
              <a:buFont typeface="Wingdings" pitchFamily="2" charset="2"/>
              <a:buChar char="Ø"/>
            </a:pPr>
            <a:r>
              <a:rPr lang="en-US" sz="2000" dirty="0" err="1">
                <a:latin typeface="TAU-Marutham" pitchFamily="34" charset="0"/>
                <a:cs typeface="TAU-Marutham" pitchFamily="34" charset="0"/>
              </a:rPr>
              <a:t>தேர்தல்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அறிவிப்பில்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அறிவிக்கப்பட்ட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இடங்களை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எந்த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சூழ்நிலையிலும்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மாற்றுதல்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கூடாது</a:t>
            </a:r>
            <a:r>
              <a:rPr lang="en-US" sz="2000" dirty="0">
                <a:latin typeface="TAU-Marutham" pitchFamily="34" charset="0"/>
                <a:cs typeface="TAU-Marutham" pitchFamily="34" charset="0"/>
              </a:rPr>
              <a:t>.</a:t>
            </a:r>
            <a:endParaRPr lang="en-IN" sz="2000" dirty="0">
              <a:latin typeface="TAU-Marutham" pitchFamily="34" charset="0"/>
              <a:cs typeface="TAU-Marutham" pitchFamily="34" charset="0"/>
            </a:endParaRPr>
          </a:p>
          <a:p>
            <a:pPr lvl="0" algn="just">
              <a:lnSpc>
                <a:spcPct val="150000"/>
              </a:lnSpc>
              <a:buFont typeface="Wingdings" pitchFamily="2" charset="2"/>
              <a:buChar char="Ø"/>
            </a:pPr>
            <a:r>
              <a:rPr lang="en-US" sz="2000" dirty="0" err="1">
                <a:latin typeface="TAU-Marutham" pitchFamily="34" charset="0"/>
                <a:cs typeface="TAU-Marutham" pitchFamily="34" charset="0"/>
              </a:rPr>
              <a:t>தவிர்க்க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முடியாத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சூழலில்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ஆணையத்தின்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அனுமதி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பெற்று</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இடத்தை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மாற்றலாம்</a:t>
            </a:r>
            <a:r>
              <a:rPr lang="en-US" sz="2000" dirty="0">
                <a:latin typeface="TAU-Marutham" pitchFamily="34" charset="0"/>
                <a:cs typeface="TAU-Marutham" pitchFamily="34" charset="0"/>
              </a:rPr>
              <a:t>.</a:t>
            </a:r>
            <a:endParaRPr lang="en-IN" sz="2000" dirty="0">
              <a:latin typeface="TAU-Marutham" pitchFamily="34" charset="0"/>
              <a:cs typeface="TAU-Marutham" pitchFamily="34" charset="0"/>
            </a:endParaRPr>
          </a:p>
          <a:p>
            <a:pPr algn="just">
              <a:lnSpc>
                <a:spcPct val="150000"/>
              </a:lnSpc>
              <a:buFont typeface="Wingdings" pitchFamily="2" charset="2"/>
              <a:buChar char="Ø"/>
            </a:pPr>
            <a:r>
              <a:rPr lang="en-US" sz="2000" dirty="0" err="1">
                <a:latin typeface="TAU-Marutham" pitchFamily="34" charset="0"/>
                <a:cs typeface="TAU-Marutham" pitchFamily="34" charset="0"/>
              </a:rPr>
              <a:t>இம்மாற்றத்தினை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சங்க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வாக்காளர்கள்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அறிந்து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கொள்ள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ஏற்பாடு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செய்தல்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வேண்டும்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சங்க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அறிவிப்பு</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பலகை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நாளிதழில்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வெளியிடுதல்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வேண்டும்</a:t>
            </a:r>
            <a:r>
              <a:rPr lang="en-US" sz="2000" dirty="0">
                <a:latin typeface="TAU-Marutham" pitchFamily="34" charset="0"/>
                <a:cs typeface="TAU-Marutham" pitchFamily="34" charset="0"/>
              </a:rPr>
              <a:t>).</a:t>
            </a:r>
            <a:endParaRPr lang="en-IN" sz="2000"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40</a:t>
            </a:fld>
            <a:endParaRPr lang="en-US"/>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25602"/>
          </a:xfrm>
        </p:spPr>
        <p:txBody>
          <a:bodyPr>
            <a:normAutofit fontScale="90000"/>
          </a:bodyPr>
          <a:lstStyle/>
          <a:p>
            <a:r>
              <a:rPr lang="en-US" sz="2700" b="1" dirty="0">
                <a:latin typeface="TAU-Marutham" pitchFamily="34" charset="0"/>
                <a:cs typeface="TAU-Marutham" pitchFamily="34" charset="0"/>
              </a:rPr>
              <a:t/>
            </a:r>
            <a:br>
              <a:rPr lang="en-US" sz="2700" b="1" dirty="0">
                <a:latin typeface="TAU-Marutham" pitchFamily="34" charset="0"/>
                <a:cs typeface="TAU-Marutham" pitchFamily="34" charset="0"/>
              </a:rPr>
            </a:br>
            <a:r>
              <a:rPr lang="en-US" sz="2700" b="1" u="sng" dirty="0">
                <a:latin typeface="TAU-Marutham" pitchFamily="34" charset="0"/>
                <a:cs typeface="TAU-Marutham" pitchFamily="34" charset="0"/>
              </a:rPr>
              <a:t/>
            </a:r>
            <a:br>
              <a:rPr lang="en-US" sz="2700" b="1" u="sng" dirty="0">
                <a:latin typeface="TAU-Marutham" pitchFamily="34" charset="0"/>
                <a:cs typeface="TAU-Marutham" pitchFamily="34" charset="0"/>
              </a:rPr>
            </a:br>
            <a:r>
              <a:rPr lang="en-US" sz="2700" b="1" u="sng" dirty="0">
                <a:latin typeface="TAU-Marutham" pitchFamily="34" charset="0"/>
                <a:cs typeface="TAU-Marutham" pitchFamily="34" charset="0"/>
              </a:rPr>
              <a:t>தேர்தல் </a:t>
            </a:r>
            <a:r>
              <a:rPr lang="en-US" sz="2700" b="1" u="sng" dirty="0" err="1">
                <a:latin typeface="TAU-Marutham" pitchFamily="34" charset="0"/>
                <a:cs typeface="TAU-Marutham" pitchFamily="34" charset="0"/>
              </a:rPr>
              <a:t>நடவடிக்கைகளுக்கான</a:t>
            </a:r>
            <a:r>
              <a:rPr lang="en-US" sz="2700" b="1" u="sng" dirty="0">
                <a:latin typeface="TAU-Marutham" pitchFamily="34" charset="0"/>
                <a:cs typeface="TAU-Marutham" pitchFamily="34" charset="0"/>
              </a:rPr>
              <a:t> </a:t>
            </a:r>
            <a:r>
              <a:rPr lang="en-US" sz="2700" b="1" u="sng" dirty="0" err="1">
                <a:latin typeface="TAU-Marutham" pitchFamily="34" charset="0"/>
                <a:cs typeface="TAU-Marutham" pitchFamily="34" charset="0"/>
              </a:rPr>
              <a:t>காணொளித்</a:t>
            </a:r>
            <a:r>
              <a:rPr lang="en-US" sz="2700" b="1" u="sng" dirty="0">
                <a:latin typeface="TAU-Marutham" pitchFamily="34" charset="0"/>
                <a:cs typeface="TAU-Marutham" pitchFamily="34" charset="0"/>
              </a:rPr>
              <a:t> </a:t>
            </a:r>
            <a:r>
              <a:rPr lang="en-US" sz="2700" b="1" u="sng" dirty="0" err="1">
                <a:latin typeface="TAU-Marutham" pitchFamily="34" charset="0"/>
                <a:cs typeface="TAU-Marutham" pitchFamily="34" charset="0"/>
              </a:rPr>
              <a:t>தொகுப்பு</a:t>
            </a:r>
            <a:r>
              <a:rPr lang="en-US" sz="2700" b="1" u="sng" dirty="0">
                <a:latin typeface="TAU-Marutham" pitchFamily="34" charset="0"/>
                <a:cs typeface="TAU-Marutham" pitchFamily="34" charset="0"/>
              </a:rPr>
              <a:t> </a:t>
            </a:r>
            <a:r>
              <a:rPr lang="en-US" sz="2700" b="1" u="sng" dirty="0" err="1">
                <a:latin typeface="TAU-Marutham" pitchFamily="34" charset="0"/>
                <a:cs typeface="TAU-Marutham" pitchFamily="34" charset="0"/>
              </a:rPr>
              <a:t>மேற்கொள்ளுதல்</a:t>
            </a:r>
            <a:r>
              <a:rPr lang="en-US" sz="2700" b="1" u="sng" dirty="0">
                <a:latin typeface="TAU-Marutham" pitchFamily="34" charset="0"/>
                <a:cs typeface="TAU-Marutham" pitchFamily="34" charset="0"/>
              </a:rPr>
              <a:t> (Video Coverage) </a:t>
            </a:r>
            <a:br>
              <a:rPr lang="en-US" sz="2700" b="1" u="sng" dirty="0">
                <a:latin typeface="TAU-Marutham" pitchFamily="34" charset="0"/>
                <a:cs typeface="TAU-Marutham" pitchFamily="34" charset="0"/>
              </a:rPr>
            </a:br>
            <a:r>
              <a:rPr lang="en-US" sz="2200" b="1" dirty="0" err="1">
                <a:solidFill>
                  <a:srgbClr val="0070C0"/>
                </a:solidFill>
                <a:latin typeface="TAU-Marutham" pitchFamily="34" charset="0"/>
                <a:cs typeface="TAU-Marutham" pitchFamily="34" charset="0"/>
              </a:rPr>
              <a:t>ஆணைய</a:t>
            </a:r>
            <a:r>
              <a:rPr lang="en-US" sz="2200" b="1" dirty="0">
                <a:solidFill>
                  <a:srgbClr val="0070C0"/>
                </a:solidFill>
                <a:latin typeface="TAU-Marutham" pitchFamily="34" charset="0"/>
                <a:cs typeface="TAU-Marutham" pitchFamily="34" charset="0"/>
              </a:rPr>
              <a:t> </a:t>
            </a:r>
            <a:r>
              <a:rPr lang="en-US" sz="2200" b="1" dirty="0" err="1">
                <a:solidFill>
                  <a:srgbClr val="0070C0"/>
                </a:solidFill>
                <a:latin typeface="TAU-Marutham" pitchFamily="34" charset="0"/>
                <a:ea typeface="Calibri" pitchFamily="34" charset="0"/>
                <a:cs typeface="TAU-Marutham" pitchFamily="34" charset="0"/>
              </a:rPr>
              <a:t>சுற்றறிக்கை</a:t>
            </a:r>
            <a:r>
              <a:rPr lang="en-US" sz="2200" b="1" dirty="0">
                <a:solidFill>
                  <a:srgbClr val="0070C0"/>
                </a:solidFill>
                <a:latin typeface="TAU-Marutham" pitchFamily="34" charset="0"/>
                <a:cs typeface="TAU-Marutham" pitchFamily="34" charset="0"/>
              </a:rPr>
              <a:t> </a:t>
            </a:r>
            <a:r>
              <a:rPr lang="en-US" sz="2200" b="1" dirty="0" err="1">
                <a:solidFill>
                  <a:srgbClr val="0070C0"/>
                </a:solidFill>
                <a:latin typeface="TAU-Marutham" pitchFamily="34" charset="0"/>
                <a:cs typeface="TAU-Marutham" pitchFamily="34" charset="0"/>
              </a:rPr>
              <a:t>ந.க.எண்</a:t>
            </a:r>
            <a:r>
              <a:rPr lang="en-US" sz="2200" b="1" dirty="0">
                <a:solidFill>
                  <a:srgbClr val="0070C0"/>
                </a:solidFill>
                <a:latin typeface="TAU-Marutham" pitchFamily="34" charset="0"/>
                <a:cs typeface="TAU-Marutham" pitchFamily="34" charset="0"/>
              </a:rPr>
              <a:t> 1389/2022/கூதே3,                 </a:t>
            </a:r>
            <a:r>
              <a:rPr lang="en-US" sz="2200" b="1" dirty="0" err="1">
                <a:solidFill>
                  <a:srgbClr val="0070C0"/>
                </a:solidFill>
                <a:latin typeface="TAU-Marutham" pitchFamily="34" charset="0"/>
                <a:cs typeface="TAU-Marutham" pitchFamily="34" charset="0"/>
              </a:rPr>
              <a:t>நாள்</a:t>
            </a:r>
            <a:r>
              <a:rPr lang="en-US" sz="2200" b="1" dirty="0">
                <a:solidFill>
                  <a:srgbClr val="0070C0"/>
                </a:solidFill>
                <a:latin typeface="TAU-Marutham" pitchFamily="34" charset="0"/>
                <a:ea typeface="Calibri" pitchFamily="34" charset="0"/>
                <a:cs typeface="TAU-Marutham" pitchFamily="34" charset="0"/>
              </a:rPr>
              <a:t> </a:t>
            </a:r>
            <a:r>
              <a:rPr lang="en-US" sz="2200" b="1" dirty="0">
                <a:solidFill>
                  <a:srgbClr val="0070C0"/>
                </a:solidFill>
                <a:latin typeface="TAU-Marutham" pitchFamily="34" charset="0"/>
                <a:cs typeface="TAU-Marutham" pitchFamily="34" charset="0"/>
              </a:rPr>
              <a:t>08.12.2022 </a:t>
            </a:r>
            <a:r>
              <a:rPr lang="en-US" b="1" dirty="0">
                <a:latin typeface="TAU-Marutham" pitchFamily="34" charset="0"/>
                <a:ea typeface="Calibri" pitchFamily="34" charset="0"/>
                <a:cs typeface="TAU-Marutham" pitchFamily="34" charset="0"/>
              </a:rPr>
              <a:t/>
            </a:r>
            <a:br>
              <a:rPr lang="en-US" b="1" dirty="0">
                <a:latin typeface="TAU-Marutham" pitchFamily="34" charset="0"/>
                <a:ea typeface="Calibri" pitchFamily="34" charset="0"/>
                <a:cs typeface="TAU-Marutham" pitchFamily="34" charset="0"/>
              </a:rPr>
            </a:br>
            <a:endParaRPr lang="en-IN" dirty="0"/>
          </a:p>
        </p:txBody>
      </p:sp>
      <p:sp>
        <p:nvSpPr>
          <p:cNvPr id="3" name="Content Placeholder 2"/>
          <p:cNvSpPr>
            <a:spLocks noGrp="1"/>
          </p:cNvSpPr>
          <p:nvPr>
            <p:ph idx="1"/>
          </p:nvPr>
        </p:nvSpPr>
        <p:spPr>
          <a:xfrm>
            <a:off x="428596" y="1928802"/>
            <a:ext cx="8229600" cy="4714908"/>
          </a:xfrm>
        </p:spPr>
        <p:txBody>
          <a:bodyPr>
            <a:noAutofit/>
          </a:bodyPr>
          <a:lstStyle/>
          <a:p>
            <a:pPr lvl="0">
              <a:buNone/>
            </a:pPr>
            <a:endParaRPr lang="en-IN" sz="100" b="1" dirty="0">
              <a:latin typeface="TAU-Marutham" pitchFamily="34" charset="0"/>
              <a:ea typeface="+mj-ea"/>
              <a:cs typeface="TAU-Marutham" pitchFamily="34" charset="0"/>
            </a:endParaRPr>
          </a:p>
          <a:p>
            <a:pPr lvl="0" algn="just">
              <a:lnSpc>
                <a:spcPct val="150000"/>
              </a:lnSpc>
              <a:buNone/>
            </a:pPr>
            <a:r>
              <a:rPr lang="en-IN" sz="2000" dirty="0">
                <a:latin typeface="TAU-Marutham" pitchFamily="34" charset="0"/>
                <a:cs typeface="TAU-Marutham" pitchFamily="34" charset="0"/>
              </a:rPr>
              <a:t>     </a:t>
            </a:r>
            <a:r>
              <a:rPr lang="en-IN" sz="2200" dirty="0">
                <a:latin typeface="TAU-Marutham" pitchFamily="34" charset="0"/>
                <a:cs typeface="TAU-Marutham" pitchFamily="34" charset="0"/>
              </a:rPr>
              <a:t>	</a:t>
            </a:r>
            <a:r>
              <a:rPr lang="en-IN" sz="1800" dirty="0" err="1">
                <a:latin typeface="TAU-Marutham" pitchFamily="34" charset="0"/>
                <a:cs typeface="TAU-Marutham" pitchFamily="34" charset="0"/>
              </a:rPr>
              <a:t>தேர்தல்</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ஆணையத்தால்</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அறிவிக்கப்பட்ட</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சங்கத்தின்</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தேர்தல்</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திட்டப்படியான</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தேர்தல்</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நடவடிக்கைகளில்</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அடியிற்</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குறிப்பிட்ட</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தேர்தல்</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நடவடிக்கைகள்</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கட்டாயமாக</a:t>
            </a:r>
            <a:r>
              <a:rPr lang="en-IN" sz="1800" dirty="0">
                <a:latin typeface="TAU-Marutham" pitchFamily="34" charset="0"/>
                <a:cs typeface="TAU-Marutham" pitchFamily="34" charset="0"/>
              </a:rPr>
              <a:t> (</a:t>
            </a:r>
            <a:r>
              <a:rPr lang="en-US" sz="1800" dirty="0">
                <a:latin typeface="TAU-Marutham" pitchFamily="34" charset="0"/>
                <a:cs typeface="TAU-Marutham" pitchFamily="34" charset="0"/>
              </a:rPr>
              <a:t>Compulsory/Must</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காணொளி</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தொகுப்பு</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செய்யப்பட</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வேண்டும்</a:t>
            </a:r>
            <a:r>
              <a:rPr lang="en-IN" sz="1800" dirty="0">
                <a:latin typeface="TAU-Marutham" pitchFamily="34" charset="0"/>
                <a:cs typeface="TAU-Marutham" pitchFamily="34" charset="0"/>
              </a:rPr>
              <a:t>.</a:t>
            </a:r>
          </a:p>
          <a:p>
            <a:pPr lvl="0" algn="just">
              <a:lnSpc>
                <a:spcPct val="150000"/>
              </a:lnSpc>
              <a:buNone/>
            </a:pPr>
            <a:endParaRPr lang="en-IN" sz="500" b="1" dirty="0">
              <a:latin typeface="TAU-Marutham" pitchFamily="34" charset="0"/>
              <a:cs typeface="TAU-Marutham" pitchFamily="34" charset="0"/>
            </a:endParaRPr>
          </a:p>
          <a:p>
            <a:pPr algn="just">
              <a:lnSpc>
                <a:spcPct val="150000"/>
              </a:lnSpc>
              <a:buFont typeface="Wingdings" pitchFamily="2" charset="2"/>
              <a:buChar char="Ø"/>
            </a:pPr>
            <a:r>
              <a:rPr lang="en-IN" sz="1800" b="1" dirty="0">
                <a:latin typeface="TAU-Marutham" pitchFamily="34" charset="0"/>
                <a:cs typeface="TAU-Marutham" pitchFamily="34" charset="0"/>
              </a:rPr>
              <a:t> </a:t>
            </a:r>
            <a:r>
              <a:rPr lang="en-IN" sz="1800" dirty="0" err="1">
                <a:latin typeface="TAU-Marutham" pitchFamily="34" charset="0"/>
                <a:cs typeface="TAU-Marutham" pitchFamily="34" charset="0"/>
              </a:rPr>
              <a:t>வேட்பு</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மனுதாக்கல்</a:t>
            </a:r>
            <a:r>
              <a:rPr lang="en-IN" sz="1800" dirty="0">
                <a:latin typeface="TAU-Marutham" pitchFamily="34" charset="0"/>
                <a:cs typeface="TAU-Marutham" pitchFamily="34" charset="0"/>
              </a:rPr>
              <a:t> (</a:t>
            </a:r>
            <a:r>
              <a:rPr lang="en-US" sz="1800" dirty="0">
                <a:latin typeface="TAU-Marutham" pitchFamily="34" charset="0"/>
                <a:cs typeface="TAU-Marutham" pitchFamily="34" charset="0"/>
              </a:rPr>
              <a:t>Filing of Nomination</a:t>
            </a:r>
            <a:r>
              <a:rPr lang="en-IN" sz="1800" dirty="0">
                <a:latin typeface="TAU-Marutham" pitchFamily="34" charset="0"/>
                <a:cs typeface="TAU-Marutham" pitchFamily="34" charset="0"/>
              </a:rPr>
              <a:t>)</a:t>
            </a:r>
          </a:p>
          <a:p>
            <a:pPr lvl="0" algn="just">
              <a:lnSpc>
                <a:spcPct val="150000"/>
              </a:lnSpc>
              <a:buFont typeface="Wingdings" pitchFamily="2" charset="2"/>
              <a:buChar char="Ø"/>
            </a:pPr>
            <a:r>
              <a:rPr lang="en-IN" sz="1800" dirty="0" err="1">
                <a:latin typeface="TAU-Marutham" pitchFamily="34" charset="0"/>
                <a:cs typeface="TAU-Marutham" pitchFamily="34" charset="0"/>
              </a:rPr>
              <a:t>பரிசீலனை</a:t>
            </a:r>
            <a:r>
              <a:rPr lang="en-IN" sz="1800" dirty="0">
                <a:latin typeface="TAU-Marutham" pitchFamily="34" charset="0"/>
                <a:cs typeface="TAU-Marutham" pitchFamily="34" charset="0"/>
              </a:rPr>
              <a:t> (Scrutiny of Nomination)</a:t>
            </a:r>
          </a:p>
          <a:p>
            <a:pPr lvl="0" algn="just">
              <a:lnSpc>
                <a:spcPct val="150000"/>
              </a:lnSpc>
              <a:buFont typeface="Wingdings" pitchFamily="2" charset="2"/>
              <a:buChar char="Ø"/>
            </a:pPr>
            <a:r>
              <a:rPr lang="en-IN" sz="1800" dirty="0" err="1">
                <a:latin typeface="TAU-Marutham" pitchFamily="34" charset="0"/>
                <a:cs typeface="TAU-Marutham" pitchFamily="34" charset="0"/>
              </a:rPr>
              <a:t>வாக்குப்பதிவு</a:t>
            </a:r>
            <a:r>
              <a:rPr lang="en-IN" sz="1800" dirty="0">
                <a:latin typeface="TAU-Marutham" pitchFamily="34" charset="0"/>
                <a:cs typeface="TAU-Marutham" pitchFamily="34" charset="0"/>
              </a:rPr>
              <a:t> (Polling)</a:t>
            </a:r>
          </a:p>
          <a:p>
            <a:pPr lvl="0" algn="just">
              <a:lnSpc>
                <a:spcPct val="150000"/>
              </a:lnSpc>
              <a:buFont typeface="Wingdings" pitchFamily="2" charset="2"/>
              <a:buChar char="Ø"/>
            </a:pPr>
            <a:r>
              <a:rPr lang="en-IN" sz="1800" dirty="0" err="1">
                <a:latin typeface="TAU-Marutham" pitchFamily="34" charset="0"/>
                <a:cs typeface="TAU-Marutham" pitchFamily="34" charset="0"/>
              </a:rPr>
              <a:t>வாக்கு</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எண்ணுகை</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மற்றும்</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முடிவு</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அறிவித்தல்</a:t>
            </a:r>
            <a:r>
              <a:rPr lang="en-IN" sz="1800" dirty="0">
                <a:latin typeface="TAU-Marutham" pitchFamily="34" charset="0"/>
                <a:cs typeface="TAU-Marutham" pitchFamily="34" charset="0"/>
              </a:rPr>
              <a:t>. (Counting and declaration of results)</a:t>
            </a:r>
          </a:p>
          <a:p>
            <a:pPr lvl="0" algn="just">
              <a:lnSpc>
                <a:spcPct val="150000"/>
              </a:lnSpc>
              <a:buFont typeface="Wingdings" pitchFamily="2" charset="2"/>
              <a:buChar char="Ø"/>
            </a:pPr>
            <a:r>
              <a:rPr lang="en-IN" sz="1800" dirty="0" err="1">
                <a:latin typeface="TAU-Marutham" pitchFamily="34" charset="0"/>
                <a:cs typeface="TAU-Marutham" pitchFamily="34" charset="0"/>
              </a:rPr>
              <a:t>தலைவர்</a:t>
            </a:r>
            <a:r>
              <a:rPr lang="en-IN" sz="1800" dirty="0">
                <a:latin typeface="TAU-Marutham" pitchFamily="34" charset="0"/>
                <a:cs typeface="TAU-Marutham" pitchFamily="34" charset="0"/>
              </a:rPr>
              <a:t>/</a:t>
            </a:r>
            <a:r>
              <a:rPr lang="en-IN" sz="1800" dirty="0" err="1">
                <a:latin typeface="TAU-Marutham" pitchFamily="34" charset="0"/>
                <a:cs typeface="TAU-Marutham" pitchFamily="34" charset="0"/>
              </a:rPr>
              <a:t>துணைத்தலைவர்</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தேர்தல்</a:t>
            </a:r>
            <a:r>
              <a:rPr lang="en-IN" sz="1800" dirty="0">
                <a:latin typeface="TAU-Marutham" pitchFamily="34" charset="0"/>
                <a:cs typeface="TAU-Marutham" pitchFamily="34" charset="0"/>
              </a:rPr>
              <a:t> </a:t>
            </a:r>
            <a:r>
              <a:rPr lang="en-IN" sz="1800" dirty="0" err="1">
                <a:latin typeface="TAU-Marutham" pitchFamily="34" charset="0"/>
                <a:cs typeface="TAU-Marutham" pitchFamily="34" charset="0"/>
              </a:rPr>
              <a:t>நடவடிக்கை</a:t>
            </a:r>
            <a:r>
              <a:rPr lang="en-IN" sz="1800" dirty="0">
                <a:latin typeface="TAU-Marutham" pitchFamily="34" charset="0"/>
                <a:cs typeface="TAU-Marutham" pitchFamily="34" charset="0"/>
              </a:rPr>
              <a:t>.</a:t>
            </a:r>
          </a:p>
          <a:p>
            <a:pPr>
              <a:buNone/>
            </a:pPr>
            <a:endParaRPr lang="en-IN" sz="1600"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41</a:t>
            </a:fld>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fontScale="92500" lnSpcReduction="20000"/>
          </a:bodyPr>
          <a:lstStyle/>
          <a:p>
            <a:pPr algn="just">
              <a:lnSpc>
                <a:spcPct val="160000"/>
              </a:lnSpc>
              <a:buFont typeface="Wingdings" pitchFamily="2" charset="2"/>
              <a:buChar char="Ø"/>
            </a:pPr>
            <a:r>
              <a:rPr lang="en-US" sz="2400" dirty="0" err="1">
                <a:latin typeface="TAU-Marutham" pitchFamily="34" charset="0"/>
                <a:cs typeface="TAU-Marutham" pitchFamily="34" charset="0"/>
              </a:rPr>
              <a:t>வாக்குப்பதிவு</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நடவடிக்கையின்போது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வாக்காளர்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வாக்களிக்கும்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ரகசியம்</a:t>
            </a:r>
            <a:r>
              <a:rPr lang="en-US" sz="2400" dirty="0">
                <a:latin typeface="TAU-Marutham" pitchFamily="34" charset="0"/>
                <a:cs typeface="TAU-Marutham" pitchFamily="34" charset="0"/>
              </a:rPr>
              <a:t> (Secrecy of Voting) </a:t>
            </a:r>
            <a:r>
              <a:rPr lang="en-US" sz="2400" dirty="0" err="1">
                <a:latin typeface="TAU-Marutham" pitchFamily="34" charset="0"/>
                <a:cs typeface="TAU-Marutham" pitchFamily="34" charset="0"/>
              </a:rPr>
              <a:t>காப்பாற்றப்பட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வேண்டிய</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நிலையில்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அந்நிகழ்வு</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காணொளிப்படப்</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பிடிப்பிற்குட்பட்டதல்ல</a:t>
            </a:r>
            <a:r>
              <a:rPr lang="en-US" sz="2400" dirty="0">
                <a:latin typeface="TAU-Marutham" pitchFamily="34" charset="0"/>
                <a:cs typeface="TAU-Marutham" pitchFamily="34" charset="0"/>
              </a:rPr>
              <a:t>.</a:t>
            </a:r>
          </a:p>
          <a:p>
            <a:pPr algn="just">
              <a:lnSpc>
                <a:spcPct val="160000"/>
              </a:lnSpc>
              <a:buFont typeface="Wingdings" pitchFamily="2" charset="2"/>
              <a:buChar char="Ø"/>
            </a:pPr>
            <a:r>
              <a:rPr lang="en-US" dirty="0">
                <a:latin typeface="TAU-Marutham" pitchFamily="34" charset="0"/>
                <a:cs typeface="TAU-Marutham" pitchFamily="34" charset="0"/>
              </a:rPr>
              <a:t> </a:t>
            </a:r>
            <a:r>
              <a:rPr lang="en-US" sz="2400" dirty="0" err="1">
                <a:latin typeface="TAU-Marutham" pitchFamily="34" charset="0"/>
                <a:cs typeface="TAU-Marutham" pitchFamily="34" charset="0"/>
              </a:rPr>
              <a:t>இதற்காகும்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செலவினை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சங்கமே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மேற்கொள்ள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வேண்டும்</a:t>
            </a:r>
            <a:r>
              <a:rPr lang="en-US" sz="2400" dirty="0">
                <a:latin typeface="TAU-Marutham" pitchFamily="34" charset="0"/>
                <a:cs typeface="TAU-Marutham" pitchFamily="34" charset="0"/>
              </a:rPr>
              <a:t>.</a:t>
            </a:r>
          </a:p>
          <a:p>
            <a:pPr algn="just">
              <a:lnSpc>
                <a:spcPct val="160000"/>
              </a:lnSpc>
              <a:buFont typeface="Wingdings" pitchFamily="2" charset="2"/>
              <a:buChar char="Ø"/>
            </a:pP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எடுக்கப்பட்ட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காணொளி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தொகுப்பு</a:t>
            </a:r>
            <a:r>
              <a:rPr lang="en-US" sz="2400" dirty="0">
                <a:latin typeface="TAU-Marutham" pitchFamily="34" charset="0"/>
                <a:cs typeface="TAU-Marutham" pitchFamily="34" charset="0"/>
              </a:rPr>
              <a:t> தேர்தல் </a:t>
            </a:r>
            <a:r>
              <a:rPr lang="en-US" sz="2400" dirty="0" err="1">
                <a:latin typeface="TAU-Marutham" pitchFamily="34" charset="0"/>
                <a:cs typeface="TAU-Marutham" pitchFamily="34" charset="0"/>
              </a:rPr>
              <a:t>ஆணையத்தின்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ஒரு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பகுதியாக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கருதப்பட்டு</a:t>
            </a:r>
            <a:r>
              <a:rPr lang="en-US" sz="2400" dirty="0">
                <a:latin typeface="TAU-Marutham" pitchFamily="34" charset="0"/>
                <a:cs typeface="TAU-Marutham" pitchFamily="34" charset="0"/>
              </a:rPr>
              <a:t> (Deemed to be a part of election records) தேர்தல் </a:t>
            </a:r>
            <a:r>
              <a:rPr lang="en-US" sz="2400" dirty="0" err="1">
                <a:latin typeface="TAU-Marutham" pitchFamily="34" charset="0"/>
                <a:cs typeface="TAU-Marutham" pitchFamily="34" charset="0"/>
              </a:rPr>
              <a:t>ஆவணங்களுடன்</a:t>
            </a:r>
            <a:r>
              <a:rPr lang="en-US" sz="2400" dirty="0">
                <a:latin typeface="TAU-Marutham" pitchFamily="34" charset="0"/>
                <a:cs typeface="TAU-Marutham" pitchFamily="34" charset="0"/>
              </a:rPr>
              <a:t> தேர்தல் </a:t>
            </a:r>
            <a:r>
              <a:rPr lang="en-US" sz="2400" dirty="0" err="1">
                <a:latin typeface="TAU-Marutham" pitchFamily="34" charset="0"/>
                <a:cs typeface="TAU-Marutham" pitchFamily="34" charset="0"/>
              </a:rPr>
              <a:t>அலுவலரின்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பொறுப்பிலும்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பாதுகாப்பிலும்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இருத்தல்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வேண்டும்</a:t>
            </a:r>
            <a:r>
              <a:rPr lang="en-US" sz="2400" dirty="0">
                <a:latin typeface="TAU-Marutham" pitchFamily="34" charset="0"/>
                <a:cs typeface="TAU-Marutham" pitchFamily="34" charset="0"/>
              </a:rPr>
              <a:t>.</a:t>
            </a:r>
          </a:p>
          <a:p>
            <a:pPr algn="just">
              <a:lnSpc>
                <a:spcPct val="160000"/>
              </a:lnSpc>
              <a:buNone/>
            </a:pPr>
            <a:r>
              <a:rPr lang="en-US" sz="2400" dirty="0">
                <a:latin typeface="TAU-Marutham" pitchFamily="34" charset="0"/>
                <a:cs typeface="TAU-Marutham" pitchFamily="34" charset="0"/>
              </a:rPr>
              <a:t>     </a:t>
            </a:r>
            <a:endParaRPr lang="en-IN" sz="2400" dirty="0">
              <a:latin typeface="TAU-Marutham" pitchFamily="34" charset="0"/>
              <a:cs typeface="TAU-Marutham" pitchFamily="34" charset="0"/>
            </a:endParaRPr>
          </a:p>
        </p:txBody>
      </p:sp>
      <p:sp>
        <p:nvSpPr>
          <p:cNvPr id="2" name="Slide Number Placeholder 1"/>
          <p:cNvSpPr>
            <a:spLocks noGrp="1"/>
          </p:cNvSpPr>
          <p:nvPr>
            <p:ph type="sldNum" sz="quarter" idx="12"/>
          </p:nvPr>
        </p:nvSpPr>
        <p:spPr/>
        <p:txBody>
          <a:bodyPr/>
          <a:lstStyle/>
          <a:p>
            <a:fld id="{22E57D70-481A-41F0-B50C-50BB8557EF28}" type="slidenum">
              <a:rPr lang="en-US" smtClean="0"/>
              <a:pPr/>
              <a:t>42</a:t>
            </a:fld>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7"/>
            <a:ext cx="8229600" cy="5592114"/>
          </a:xfrm>
        </p:spPr>
        <p:txBody>
          <a:bodyPr>
            <a:normAutofit/>
          </a:bodyPr>
          <a:lstStyle/>
          <a:p>
            <a:pPr algn="just">
              <a:lnSpc>
                <a:spcPct val="150000"/>
              </a:lnSpc>
              <a:buFont typeface="Wingdings" pitchFamily="2" charset="2"/>
              <a:buChar char="Ø"/>
            </a:pPr>
            <a:r>
              <a:rPr lang="en-US" sz="2200" dirty="0">
                <a:latin typeface="TAU-Marutham" pitchFamily="34" charset="0"/>
                <a:cs typeface="TAU-Marutham" pitchFamily="34" charset="0"/>
              </a:rPr>
              <a:t>தேர்தல் </a:t>
            </a:r>
            <a:r>
              <a:rPr lang="en-US" sz="2200" dirty="0" err="1">
                <a:latin typeface="TAU-Marutham" pitchFamily="34" charset="0"/>
                <a:cs typeface="TAU-Marutham" pitchFamily="34" charset="0"/>
              </a:rPr>
              <a:t>ஆவணமாக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கருதப்பட்டுள்ள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சங்க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நிர்வாக்குழு</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உறுப்பினர்கள்</a:t>
            </a:r>
            <a:r>
              <a:rPr lang="en-US" sz="2200" dirty="0">
                <a:latin typeface="TAU-Marutham" pitchFamily="34" charset="0"/>
                <a:cs typeface="TAU-Marutham" pitchFamily="34" charset="0"/>
              </a:rPr>
              <a:t> தேர்தல் </a:t>
            </a:r>
            <a:r>
              <a:rPr lang="en-US" sz="2200" dirty="0" err="1">
                <a:latin typeface="TAU-Marutham" pitchFamily="34" charset="0"/>
                <a:cs typeface="TAU-Marutham" pitchFamily="34" charset="0"/>
              </a:rPr>
              <a:t>நடவடிக்கைகள்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தொடர்பான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காணொளித்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தொகுப்பு</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எண்</a:t>
            </a:r>
            <a:r>
              <a:rPr lang="en-US" sz="2200" dirty="0">
                <a:latin typeface="TAU-Marutham" pitchFamily="34" charset="0"/>
                <a:cs typeface="TAU-Marutham" pitchFamily="34" charset="0"/>
              </a:rPr>
              <a:t> 52(22)(a) </a:t>
            </a:r>
            <a:r>
              <a:rPr lang="en-US" sz="2200" dirty="0" err="1">
                <a:latin typeface="TAU-Marutham" pitchFamily="34" charset="0"/>
                <a:cs typeface="TAU-Marutham" pitchFamily="34" charset="0"/>
              </a:rPr>
              <a:t>முதல்</a:t>
            </a:r>
            <a:r>
              <a:rPr lang="en-US" sz="2200" dirty="0">
                <a:latin typeface="TAU-Marutham" pitchFamily="34" charset="0"/>
                <a:cs typeface="TAU-Marutham" pitchFamily="34" charset="0"/>
              </a:rPr>
              <a:t> (c) </a:t>
            </a:r>
            <a:r>
              <a:rPr lang="en-US" sz="2200" dirty="0" err="1">
                <a:latin typeface="TAU-Marutham" pitchFamily="34" charset="0"/>
                <a:cs typeface="TAU-Marutham" pitchFamily="34" charset="0"/>
              </a:rPr>
              <a:t>வரையில்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கூறப்பட்டபடியும்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சங்க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தலைவர்</a:t>
            </a:r>
            <a:r>
              <a:rPr lang="en-US" sz="2200" dirty="0">
                <a:latin typeface="TAU-Marutham" pitchFamily="34" charset="0"/>
                <a:cs typeface="TAU-Marutham" pitchFamily="34" charset="0"/>
              </a:rPr>
              <a:t>/</a:t>
            </a:r>
            <a:r>
              <a:rPr lang="en-US" sz="2200" dirty="0" err="1">
                <a:latin typeface="TAU-Marutham" pitchFamily="34" charset="0"/>
                <a:cs typeface="TAU-Marutham" pitchFamily="34" charset="0"/>
              </a:rPr>
              <a:t>துணைத்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தலைவர்</a:t>
            </a:r>
            <a:r>
              <a:rPr lang="en-US" sz="2200" dirty="0">
                <a:latin typeface="TAU-Marutham" pitchFamily="34" charset="0"/>
                <a:cs typeface="TAU-Marutham" pitchFamily="34" charset="0"/>
              </a:rPr>
              <a:t> தேர்தல் </a:t>
            </a:r>
            <a:r>
              <a:rPr lang="en-US" sz="2200" dirty="0" err="1">
                <a:latin typeface="TAU-Marutham" pitchFamily="34" charset="0"/>
                <a:cs typeface="TAU-Marutham" pitchFamily="34" charset="0"/>
              </a:rPr>
              <a:t>தொடர்பான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காணொளித்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தொகுப்பு</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எண்</a:t>
            </a:r>
            <a:r>
              <a:rPr lang="en-US" sz="2200" dirty="0">
                <a:latin typeface="TAU-Marutham" pitchFamily="34" charset="0"/>
                <a:cs typeface="TAU-Marutham" pitchFamily="34" charset="0"/>
              </a:rPr>
              <a:t> 53(13)(a) </a:t>
            </a:r>
            <a:r>
              <a:rPr lang="en-US" sz="2200" dirty="0" err="1">
                <a:latin typeface="TAU-Marutham" pitchFamily="34" charset="0"/>
                <a:cs typeface="TAU-Marutham" pitchFamily="34" charset="0"/>
              </a:rPr>
              <a:t>முதல்</a:t>
            </a:r>
            <a:r>
              <a:rPr lang="en-US" sz="2200" dirty="0">
                <a:latin typeface="TAU-Marutham" pitchFamily="34" charset="0"/>
                <a:cs typeface="TAU-Marutham" pitchFamily="34" charset="0"/>
              </a:rPr>
              <a:t> (c) </a:t>
            </a:r>
            <a:r>
              <a:rPr lang="en-US" sz="2200" dirty="0" err="1">
                <a:latin typeface="TAU-Marutham" pitchFamily="34" charset="0"/>
                <a:cs typeface="TAU-Marutham" pitchFamily="34" charset="0"/>
              </a:rPr>
              <a:t>வரை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கூறப்பட்டபடியும்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கையாளப்பட</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வேண்டும்</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a:p>
            <a:pPr algn="just">
              <a:lnSpc>
                <a:spcPct val="150000"/>
              </a:lnSpc>
              <a:buFont typeface="Wingdings" pitchFamily="2" charset="2"/>
              <a:buChar char="Ø"/>
            </a:pPr>
            <a:r>
              <a:rPr lang="en-US" sz="2200" dirty="0" err="1">
                <a:latin typeface="TAU-Marutham" pitchFamily="34" charset="0"/>
                <a:cs typeface="TAU-Marutham" pitchFamily="34" charset="0"/>
              </a:rPr>
              <a:t>மேற்காணும்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அறிவுரைகளை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தங்களது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நிர்வாகக்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கட்டுப்பாட்டிற்குட்பட்ட</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அனைத்து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அலுவலர்களுக்கும்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தெரிவித்தலை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உறுதி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செய்ய</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வேண்டும்</a:t>
            </a:r>
            <a:r>
              <a:rPr lang="en-US" sz="2400" dirty="0">
                <a:latin typeface="TAU-Marutham" pitchFamily="34" charset="0"/>
                <a:cs typeface="TAU-Marutham" pitchFamily="34" charset="0"/>
              </a:rPr>
              <a:t>.</a:t>
            </a:r>
            <a:endParaRPr lang="en-IN"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43</a:t>
            </a:fld>
            <a:endParaRPr lang="en-US"/>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700" b="1" u="sng" dirty="0" err="1">
                <a:latin typeface="TAU-Marutham" pitchFamily="34" charset="0"/>
                <a:cs typeface="TAU-Marutham" pitchFamily="34" charset="0"/>
              </a:rPr>
              <a:t>வாக்குப்பெட்டிகள்</a:t>
            </a:r>
            <a:r>
              <a:rPr lang="en-IN" sz="2700" b="1" u="sng" dirty="0">
                <a:latin typeface="TAU-Marutham" pitchFamily="34" charset="0"/>
                <a:cs typeface="TAU-Marutham" pitchFamily="34" charset="0"/>
              </a:rPr>
              <a:t> </a:t>
            </a:r>
            <a:r>
              <a:rPr lang="en-IN" sz="2700" b="1" u="sng" dirty="0" err="1">
                <a:latin typeface="TAU-Marutham" pitchFamily="34" charset="0"/>
                <a:cs typeface="TAU-Marutham" pitchFamily="34" charset="0"/>
              </a:rPr>
              <a:t>பயன்படுத்துதல்</a:t>
            </a:r>
            <a:r>
              <a:rPr lang="en-IN" sz="2700" b="1" u="sng" dirty="0">
                <a:latin typeface="TAU-Marutham" pitchFamily="34" charset="0"/>
                <a:cs typeface="TAU-Marutham" pitchFamily="34" charset="0"/>
              </a:rPr>
              <a:t>.</a:t>
            </a:r>
            <a:br>
              <a:rPr lang="en-IN" sz="2700" b="1" u="sng" dirty="0">
                <a:latin typeface="TAU-Marutham" pitchFamily="34" charset="0"/>
                <a:cs typeface="TAU-Marutham" pitchFamily="34" charset="0"/>
              </a:rPr>
            </a:br>
            <a:r>
              <a:rPr lang="en-IN" sz="2000" b="1" dirty="0" err="1">
                <a:solidFill>
                  <a:srgbClr val="0070C0"/>
                </a:solidFill>
                <a:latin typeface="TAU-Marutham" pitchFamily="34" charset="0"/>
                <a:cs typeface="TAU-Marutham" pitchFamily="34" charset="0"/>
              </a:rPr>
              <a:t>ஆணைய</a:t>
            </a:r>
            <a:r>
              <a:rPr lang="en-IN" sz="2000" b="1" dirty="0">
                <a:solidFill>
                  <a:srgbClr val="0070C0"/>
                </a:solidFill>
                <a:latin typeface="TAU-Marutham" pitchFamily="34" charset="0"/>
                <a:cs typeface="TAU-Marutham" pitchFamily="34" charset="0"/>
              </a:rPr>
              <a:t> </a:t>
            </a:r>
            <a:r>
              <a:rPr lang="en-US" sz="2000" b="1" dirty="0" err="1">
                <a:solidFill>
                  <a:srgbClr val="0070C0"/>
                </a:solidFill>
                <a:latin typeface="TAU-Marutham" pitchFamily="34" charset="0"/>
                <a:ea typeface="Calibri" pitchFamily="34" charset="0"/>
                <a:cs typeface="TAU-Marutham" pitchFamily="34" charset="0"/>
              </a:rPr>
              <a:t>சுற்றறிக்கை</a:t>
            </a:r>
            <a:r>
              <a:rPr lang="en-IN" sz="2000" b="1" dirty="0">
                <a:solidFill>
                  <a:srgbClr val="0070C0"/>
                </a:solidFill>
                <a:latin typeface="TAU-Marutham" pitchFamily="34" charset="0"/>
                <a:cs typeface="TAU-Marutham" pitchFamily="34" charset="0"/>
              </a:rPr>
              <a:t> </a:t>
            </a:r>
            <a:r>
              <a:rPr lang="en-IN" sz="2000" b="1" dirty="0" err="1">
                <a:solidFill>
                  <a:srgbClr val="0070C0"/>
                </a:solidFill>
                <a:latin typeface="TAU-Marutham" pitchFamily="34" charset="0"/>
                <a:cs typeface="TAU-Marutham" pitchFamily="34" charset="0"/>
              </a:rPr>
              <a:t>ந.க.எண்</a:t>
            </a:r>
            <a:r>
              <a:rPr lang="en-IN" sz="2000" b="1" dirty="0">
                <a:solidFill>
                  <a:srgbClr val="0070C0"/>
                </a:solidFill>
                <a:latin typeface="TAU-Marutham" pitchFamily="34" charset="0"/>
                <a:cs typeface="TAU-Marutham" pitchFamily="34" charset="0"/>
              </a:rPr>
              <a:t>  1436/2022/கூதே5(2), </a:t>
            </a:r>
            <a:r>
              <a:rPr lang="en-IN" sz="2000" b="1" dirty="0" smtClean="0">
                <a:solidFill>
                  <a:srgbClr val="0070C0"/>
                </a:solidFill>
                <a:latin typeface="TAU-Marutham" pitchFamily="34" charset="0"/>
                <a:cs typeface="TAU-Marutham" pitchFamily="34" charset="0"/>
              </a:rPr>
              <a:t>                    </a:t>
            </a:r>
            <a:r>
              <a:rPr lang="en-IN" sz="2000" b="1" dirty="0" err="1">
                <a:solidFill>
                  <a:srgbClr val="0070C0"/>
                </a:solidFill>
                <a:latin typeface="TAU-Marutham" pitchFamily="34" charset="0"/>
                <a:cs typeface="TAU-Marutham" pitchFamily="34" charset="0"/>
              </a:rPr>
              <a:t>நாள்</a:t>
            </a:r>
            <a:r>
              <a:rPr lang="en-IN" sz="2000" b="1" dirty="0">
                <a:solidFill>
                  <a:srgbClr val="0070C0"/>
                </a:solidFill>
                <a:latin typeface="TAU-Marutham" pitchFamily="34" charset="0"/>
                <a:cs typeface="TAU-Marutham" pitchFamily="34" charset="0"/>
              </a:rPr>
              <a:t> 20.12.2022</a:t>
            </a:r>
            <a:endParaRPr lang="en-IN" dirty="0">
              <a:solidFill>
                <a:srgbClr val="0070C0"/>
              </a:solidFill>
            </a:endParaRPr>
          </a:p>
        </p:txBody>
      </p:sp>
      <p:sp>
        <p:nvSpPr>
          <p:cNvPr id="3" name="Content Placeholder 2"/>
          <p:cNvSpPr>
            <a:spLocks noGrp="1"/>
          </p:cNvSpPr>
          <p:nvPr>
            <p:ph idx="1"/>
          </p:nvPr>
        </p:nvSpPr>
        <p:spPr>
          <a:xfrm>
            <a:off x="457200" y="1600201"/>
            <a:ext cx="8229600" cy="4349080"/>
          </a:xfrm>
        </p:spPr>
        <p:txBody>
          <a:bodyPr>
            <a:normAutofit fontScale="92500" lnSpcReduction="10000"/>
          </a:bodyPr>
          <a:lstStyle/>
          <a:p>
            <a:pPr algn="just">
              <a:lnSpc>
                <a:spcPct val="150000"/>
              </a:lnSpc>
              <a:buFont typeface="Wingdings" pitchFamily="2" charset="2"/>
              <a:buChar char="Ø"/>
            </a:pPr>
            <a:r>
              <a:rPr lang="en-US" sz="2400" dirty="0" err="1">
                <a:latin typeface="TAU-Marutham" pitchFamily="34" charset="0"/>
                <a:cs typeface="TAU-Marutham" pitchFamily="34" charset="0"/>
              </a:rPr>
              <a:t>வாக்குபெட்டிகள்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வழங்குதல்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குறித்து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நிர்வாகத்திற்கு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அறிவுறுத்திட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வேண்டி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மாநில</a:t>
            </a:r>
            <a:r>
              <a:rPr lang="en-US" sz="2400" dirty="0">
                <a:latin typeface="TAU-Marutham" pitchFamily="34" charset="0"/>
                <a:cs typeface="TAU-Marutham" pitchFamily="34" charset="0"/>
              </a:rPr>
              <a:t> தேர்தல் </a:t>
            </a:r>
            <a:r>
              <a:rPr lang="en-US" sz="2400" dirty="0" err="1">
                <a:latin typeface="TAU-Marutham" pitchFamily="34" charset="0"/>
                <a:cs typeface="TAU-Marutham" pitchFamily="34" charset="0"/>
              </a:rPr>
              <a:t>ஆணையருக்கு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கடிதம்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அனுப்பப்பட்டது</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50000"/>
              </a:lnSpc>
              <a:buNone/>
            </a:pPr>
            <a:endParaRPr lang="en-IN" sz="1200" dirty="0">
              <a:latin typeface="TAU-Marutham" pitchFamily="34" charset="0"/>
              <a:cs typeface="TAU-Marutham" pitchFamily="34" charset="0"/>
            </a:endParaRPr>
          </a:p>
          <a:p>
            <a:pPr lvl="0" algn="just">
              <a:lnSpc>
                <a:spcPct val="150000"/>
              </a:lnSpc>
              <a:buFont typeface="Wingdings" pitchFamily="2" charset="2"/>
              <a:buChar char="Ø"/>
            </a:pPr>
            <a:r>
              <a:rPr lang="en-IN" sz="2400" dirty="0" err="1">
                <a:latin typeface="TAU-Marutham" pitchFamily="34" charset="0"/>
                <a:cs typeface="TAU-Marutham" pitchFamily="34" charset="0"/>
              </a:rPr>
              <a:t>மாவட்ட</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தேர்தல்</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அலுவலர்கள்</a:t>
            </a:r>
            <a:r>
              <a:rPr lang="en-IN" sz="2400" dirty="0">
                <a:latin typeface="TAU-Marutham" pitchFamily="34" charset="0"/>
                <a:cs typeface="TAU-Marutham" pitchFamily="34" charset="0"/>
              </a:rPr>
              <a:t> (</a:t>
            </a:r>
            <a:r>
              <a:rPr lang="en-US" sz="2400" dirty="0">
                <a:latin typeface="TAU-Marutham" pitchFamily="34" charset="0"/>
                <a:cs typeface="TAU-Marutham" pitchFamily="34" charset="0"/>
              </a:rPr>
              <a:t>District Election Officers</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அவர்களது</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கட்டுப்பாட்டிற்குட்பட்ட</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தேர்தல்</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நடைபெறும்</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சங்கங்களுக்கு</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தேவைப்படும்</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வாக்குப்பெட்டிகளை</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மாவட்ட</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நிர்வாகத்திடம்</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பெற்றுக்</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கொள்ள</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நடவடிக்கை</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மேற்கொள்ள</a:t>
            </a:r>
            <a:r>
              <a:rPr lang="en-IN" sz="2400" dirty="0">
                <a:latin typeface="TAU-Marutham" pitchFamily="34" charset="0"/>
                <a:cs typeface="TAU-Marutham" pitchFamily="34" charset="0"/>
              </a:rPr>
              <a:t> </a:t>
            </a:r>
            <a:r>
              <a:rPr lang="en-IN" sz="2400" dirty="0" err="1">
                <a:latin typeface="TAU-Marutham" pitchFamily="34" charset="0"/>
                <a:cs typeface="TAU-Marutham" pitchFamily="34" charset="0"/>
              </a:rPr>
              <a:t>வேண்டும்</a:t>
            </a:r>
            <a:r>
              <a:rPr lang="en-IN" sz="2400" dirty="0">
                <a:latin typeface="TAU-Marutham" pitchFamily="34" charset="0"/>
                <a:cs typeface="TAU-Marutham" pitchFamily="34" charset="0"/>
              </a:rPr>
              <a:t>.</a:t>
            </a:r>
          </a:p>
          <a:p>
            <a:pPr lvl="0" algn="just">
              <a:buNone/>
            </a:pPr>
            <a:endParaRPr lang="en-IN" sz="2400" dirty="0">
              <a:latin typeface="TAU-Marutham" pitchFamily="34" charset="0"/>
              <a:cs typeface="TAU-Marutham" pitchFamily="34" charset="0"/>
            </a:endParaRPr>
          </a:p>
          <a:p>
            <a:pPr>
              <a:buNone/>
            </a:pPr>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44</a:t>
            </a:fld>
            <a:endParaRPr lang="en-US"/>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39850"/>
          </a:xfrm>
        </p:spPr>
        <p:txBody>
          <a:bodyPr>
            <a:normAutofit fontScale="90000"/>
          </a:bodyPr>
          <a:lstStyle/>
          <a:p>
            <a:r>
              <a:rPr lang="en-IN" sz="2400" b="1" u="sng" dirty="0" err="1">
                <a:latin typeface="TAU-Marutham" pitchFamily="34" charset="0"/>
                <a:cs typeface="TAU-Marutham" pitchFamily="34" charset="0"/>
              </a:rPr>
              <a:t>தேர்தல்</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தொடர்பான</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செலவினங்கள்</a:t>
            </a:r>
            <a:r>
              <a:rPr lang="en-IN" sz="2400" b="1" u="sng" dirty="0">
                <a:latin typeface="TAU-Marutham" pitchFamily="34" charset="0"/>
                <a:cs typeface="TAU-Marutham" pitchFamily="34" charset="0"/>
              </a:rPr>
              <a:t>  - </a:t>
            </a:r>
            <a:r>
              <a:rPr lang="en-IN" sz="2400" b="1" u="sng" dirty="0" err="1">
                <a:latin typeface="TAU-Marutham" pitchFamily="34" charset="0"/>
                <a:cs typeface="TAU-Marutham" pitchFamily="34" charset="0"/>
              </a:rPr>
              <a:t>சங்கங்கள்</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மேற்கொள்ளுதல்</a:t>
            </a:r>
            <a:r>
              <a:rPr lang="en-IN" sz="2400" b="1" dirty="0">
                <a:latin typeface="TAU-Marutham" pitchFamily="34" charset="0"/>
                <a:cs typeface="TAU-Marutham" pitchFamily="34" charset="0"/>
              </a:rPr>
              <a:t/>
            </a:r>
            <a:br>
              <a:rPr lang="en-IN" sz="2400" b="1" dirty="0">
                <a:latin typeface="TAU-Marutham" pitchFamily="34" charset="0"/>
                <a:cs typeface="TAU-Marutham" pitchFamily="34" charset="0"/>
              </a:rPr>
            </a:br>
            <a:r>
              <a:rPr lang="en-IN" sz="2200" b="1" dirty="0">
                <a:solidFill>
                  <a:srgbClr val="0070C0"/>
                </a:solidFill>
                <a:latin typeface="TAU-Marutham" pitchFamily="34" charset="0"/>
                <a:cs typeface="TAU-Marutham" pitchFamily="34" charset="0"/>
              </a:rPr>
              <a:t>ஆ</a:t>
            </a:r>
            <a:r>
              <a:rPr lang="en-US" sz="2200" b="1" dirty="0" err="1">
                <a:solidFill>
                  <a:srgbClr val="0070C0"/>
                </a:solidFill>
                <a:latin typeface="TAU-Marutham" pitchFamily="34" charset="0"/>
                <a:cs typeface="TAU-Marutham" pitchFamily="34" charset="0"/>
              </a:rPr>
              <a:t>ணைய</a:t>
            </a:r>
            <a:r>
              <a:rPr lang="en-US" sz="2200" b="1" dirty="0">
                <a:solidFill>
                  <a:srgbClr val="0070C0"/>
                </a:solidFill>
                <a:latin typeface="TAU-Marutham" pitchFamily="34" charset="0"/>
                <a:cs typeface="TAU-Marutham" pitchFamily="34" charset="0"/>
              </a:rPr>
              <a:t> </a:t>
            </a:r>
            <a:r>
              <a:rPr lang="en-US" sz="2200" b="1" dirty="0" err="1">
                <a:solidFill>
                  <a:srgbClr val="0070C0"/>
                </a:solidFill>
                <a:latin typeface="TAU-Marutham" pitchFamily="34" charset="0"/>
                <a:ea typeface="Calibri" pitchFamily="34" charset="0"/>
                <a:cs typeface="TAU-Marutham" pitchFamily="34" charset="0"/>
              </a:rPr>
              <a:t>சுற்றறிக்கை</a:t>
            </a:r>
            <a:r>
              <a:rPr lang="en-US" sz="2200" b="1" dirty="0">
                <a:solidFill>
                  <a:srgbClr val="0070C0"/>
                </a:solidFill>
                <a:latin typeface="TAU-Marutham" pitchFamily="34" charset="0"/>
                <a:cs typeface="TAU-Marutham" pitchFamily="34" charset="0"/>
              </a:rPr>
              <a:t> </a:t>
            </a:r>
            <a:r>
              <a:rPr lang="en-US" sz="2200" b="1" dirty="0" err="1">
                <a:solidFill>
                  <a:srgbClr val="0070C0"/>
                </a:solidFill>
                <a:latin typeface="TAU-Marutham" pitchFamily="34" charset="0"/>
                <a:cs typeface="TAU-Marutham" pitchFamily="34" charset="0"/>
              </a:rPr>
              <a:t>ந.க.எண்</a:t>
            </a:r>
            <a:r>
              <a:rPr lang="en-US" sz="2200" b="1" dirty="0">
                <a:solidFill>
                  <a:srgbClr val="0070C0"/>
                </a:solidFill>
                <a:latin typeface="TAU-Marutham" pitchFamily="34" charset="0"/>
                <a:cs typeface="TAU-Marutham" pitchFamily="34" charset="0"/>
              </a:rPr>
              <a:t> 1462/2022/கூதே5,    </a:t>
            </a:r>
            <a:r>
              <a:rPr lang="en-US" sz="2200" b="1" dirty="0" smtClean="0">
                <a:solidFill>
                  <a:srgbClr val="0070C0"/>
                </a:solidFill>
                <a:latin typeface="TAU-Marutham" pitchFamily="34" charset="0"/>
                <a:cs typeface="TAU-Marutham" pitchFamily="34" charset="0"/>
              </a:rPr>
              <a:t>                     </a:t>
            </a:r>
            <a:r>
              <a:rPr lang="en-US" sz="2200" b="1" dirty="0" err="1">
                <a:solidFill>
                  <a:srgbClr val="0070C0"/>
                </a:solidFill>
                <a:latin typeface="TAU-Marutham" pitchFamily="34" charset="0"/>
                <a:cs typeface="TAU-Marutham" pitchFamily="34" charset="0"/>
              </a:rPr>
              <a:t>நாள்</a:t>
            </a:r>
            <a:r>
              <a:rPr lang="en-US" sz="2200" b="1" dirty="0">
                <a:solidFill>
                  <a:srgbClr val="0070C0"/>
                </a:solidFill>
                <a:latin typeface="TAU-Marutham" pitchFamily="34" charset="0"/>
                <a:cs typeface="TAU-Marutham" pitchFamily="34" charset="0"/>
              </a:rPr>
              <a:t> 28.12.2022</a:t>
            </a:r>
            <a:endParaRPr lang="en-IN" sz="2200" dirty="0">
              <a:solidFill>
                <a:srgbClr val="0070C0"/>
              </a:solidFill>
              <a:latin typeface="TAU-Marutham" pitchFamily="34" charset="0"/>
              <a:cs typeface="TAU-Marutham" pitchFamily="34" charset="0"/>
            </a:endParaRPr>
          </a:p>
        </p:txBody>
      </p:sp>
      <p:sp>
        <p:nvSpPr>
          <p:cNvPr id="3" name="Content Placeholder 2"/>
          <p:cNvSpPr>
            <a:spLocks noGrp="1"/>
          </p:cNvSpPr>
          <p:nvPr>
            <p:ph idx="1"/>
          </p:nvPr>
        </p:nvSpPr>
        <p:spPr>
          <a:xfrm>
            <a:off x="457200" y="1600201"/>
            <a:ext cx="8229600" cy="4421088"/>
          </a:xfrm>
        </p:spPr>
        <p:txBody>
          <a:bodyPr>
            <a:normAutofit fontScale="92500"/>
          </a:bodyPr>
          <a:lstStyle/>
          <a:p>
            <a:pPr lvl="0" algn="just">
              <a:lnSpc>
                <a:spcPct val="150000"/>
              </a:lnSpc>
              <a:buFont typeface="Wingdings" pitchFamily="2" charset="2"/>
              <a:buChar char="Ø"/>
            </a:pPr>
            <a:r>
              <a:rPr lang="en-IN" sz="2200" dirty="0" err="1">
                <a:latin typeface="TAU-Marutham" pitchFamily="34" charset="0"/>
                <a:cs typeface="TAU-Marutham" pitchFamily="34" charset="0"/>
              </a:rPr>
              <a:t>தேர்தல்</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தொடர்பான</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செலவினங்கள்</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அனைத்தையும்</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சங்கங்கள்</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எதிர்கொள்ளும்</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விதமாக</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தகுந்த</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நிதி</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ஆதாரங்கள்</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சங்கங்களில்</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இருப்பதை</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உறுதி</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செய்தல்</a:t>
            </a:r>
            <a:r>
              <a:rPr lang="en-IN" sz="2200" dirty="0">
                <a:latin typeface="TAU-Marutham" pitchFamily="34" charset="0"/>
                <a:cs typeface="TAU-Marutham" pitchFamily="34" charset="0"/>
              </a:rPr>
              <a:t>.</a:t>
            </a:r>
          </a:p>
          <a:p>
            <a:pPr algn="just">
              <a:lnSpc>
                <a:spcPct val="150000"/>
              </a:lnSpc>
              <a:buFont typeface="Wingdings" pitchFamily="2" charset="2"/>
              <a:buChar char="Ø"/>
            </a:pPr>
            <a:r>
              <a:rPr lang="en-IN" sz="2200" dirty="0" err="1">
                <a:latin typeface="TAU-Marutham" pitchFamily="34" charset="0"/>
                <a:cs typeface="TAU-Marutham" pitchFamily="34" charset="0"/>
              </a:rPr>
              <a:t>நிதி</a:t>
            </a:r>
            <a:r>
              <a:rPr lang="en-IN" sz="2200" dirty="0">
                <a:latin typeface="TAU-Marutham" pitchFamily="34" charset="0"/>
                <a:cs typeface="TAU-Marutham" pitchFamily="34" charset="0"/>
              </a:rPr>
              <a:t> </a:t>
            </a:r>
            <a:r>
              <a:rPr lang="en-IN" sz="2200" dirty="0" err="1">
                <a:latin typeface="TAU-Marutham" pitchFamily="34" charset="0"/>
                <a:cs typeface="TAU-Marutham" pitchFamily="34" charset="0"/>
              </a:rPr>
              <a:t>ஆதார</a:t>
            </a:r>
            <a:r>
              <a:rPr lang="en-US" sz="2200" dirty="0" err="1">
                <a:latin typeface="TAU-Marutham" pitchFamily="34" charset="0"/>
                <a:cs typeface="TAU-Marutham" pitchFamily="34" charset="0"/>
              </a:rPr>
              <a:t>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இல்லாத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சங்கங்கள்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தங்களுக்கு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தேவையான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நிதியினை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அந்தந்த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துறை</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தலைவர்களிடம்</a:t>
            </a:r>
            <a:r>
              <a:rPr lang="en-US" sz="2200" dirty="0">
                <a:latin typeface="TAU-Marutham" pitchFamily="34" charset="0"/>
                <a:cs typeface="TAU-Marutham" pitchFamily="34" charset="0"/>
              </a:rPr>
              <a:t> (Head of the Department) </a:t>
            </a:r>
            <a:r>
              <a:rPr lang="en-US" sz="2200" dirty="0" err="1">
                <a:latin typeface="TAU-Marutham" pitchFamily="34" charset="0"/>
                <a:cs typeface="TAU-Marutham" pitchFamily="34" charset="0"/>
              </a:rPr>
              <a:t>அணுகி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பெற</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வேண்டும்</a:t>
            </a:r>
            <a:r>
              <a:rPr lang="en-IN" sz="2200" dirty="0">
                <a:latin typeface="TAU-Marutham" pitchFamily="34" charset="0"/>
                <a:cs typeface="TAU-Marutham" pitchFamily="34" charset="0"/>
              </a:rPr>
              <a:t>.</a:t>
            </a:r>
          </a:p>
          <a:p>
            <a:pPr algn="just">
              <a:lnSpc>
                <a:spcPct val="150000"/>
              </a:lnSpc>
              <a:buFont typeface="Wingdings" pitchFamily="2" charset="2"/>
              <a:buChar char="Ø"/>
            </a:pPr>
            <a:r>
              <a:rPr lang="en-US" sz="2200" dirty="0" err="1">
                <a:latin typeface="TAU-Marutham" pitchFamily="34" charset="0"/>
                <a:cs typeface="TAU-Marutham" pitchFamily="34" charset="0"/>
              </a:rPr>
              <a:t>துறை</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தலைவர்கள்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அரசிடம்</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உரிய</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கோரிக்கையை</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அனுப்பி</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சங்கங்களுக்கு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தேவையான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நிதியை</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பெற</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நடவடிக்கை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மேற்கொள்ள</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வேண்டும்</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45</a:t>
            </a:fld>
            <a:endParaRPr lang="en-US"/>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54162"/>
          </a:xfrm>
        </p:spPr>
        <p:txBody>
          <a:bodyPr>
            <a:noAutofit/>
          </a:bodyPr>
          <a:lstStyle/>
          <a:p>
            <a:r>
              <a:rPr lang="en-IN" sz="2400" b="1" u="sng" dirty="0" err="1">
                <a:latin typeface="TAU-Marutham" pitchFamily="34" charset="0"/>
                <a:cs typeface="TAU-Marutham" pitchFamily="34" charset="0"/>
              </a:rPr>
              <a:t>பார்வையாளர்கள்</a:t>
            </a:r>
            <a:r>
              <a:rPr lang="en-IN" sz="2400" b="1" u="sng" dirty="0">
                <a:latin typeface="TAU-Marutham" pitchFamily="34" charset="0"/>
                <a:cs typeface="TAU-Marutham" pitchFamily="34" charset="0"/>
              </a:rPr>
              <a:t> (</a:t>
            </a:r>
            <a:r>
              <a:rPr lang="en-US" sz="2400" b="1" u="sng" dirty="0">
                <a:latin typeface="TAU-Marutham" pitchFamily="34" charset="0"/>
                <a:cs typeface="TAU-Marutham" pitchFamily="34" charset="0"/>
              </a:rPr>
              <a:t>Observers</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அதிகார</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எல்லை</a:t>
            </a:r>
            <a:r>
              <a:rPr lang="en-IN" sz="2400" b="1" u="sng" dirty="0">
                <a:latin typeface="TAU-Marutham" pitchFamily="34" charset="0"/>
                <a:cs typeface="TAU-Marutham" pitchFamily="34" charset="0"/>
              </a:rPr>
              <a:t> (</a:t>
            </a:r>
            <a:r>
              <a:rPr lang="en-US" sz="2400" b="1" u="sng" dirty="0">
                <a:latin typeface="TAU-Marutham" pitchFamily="34" charset="0"/>
                <a:cs typeface="TAU-Marutham" pitchFamily="34" charset="0"/>
              </a:rPr>
              <a:t>Jurisdiction</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நிர்ணம்</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செய்தல்</a:t>
            </a:r>
            <a:r>
              <a:rPr lang="en-IN" sz="2400" b="1" u="sng" dirty="0">
                <a:latin typeface="TAU-Marutham" pitchFamily="34" charset="0"/>
                <a:cs typeface="TAU-Marutham" pitchFamily="34" charset="0"/>
              </a:rPr>
              <a:t>  </a:t>
            </a:r>
            <a:r>
              <a:rPr lang="en-IN" sz="2400" b="1" dirty="0">
                <a:latin typeface="TAU-Marutham" pitchFamily="34" charset="0"/>
                <a:cs typeface="TAU-Marutham" pitchFamily="34" charset="0"/>
              </a:rPr>
              <a:t/>
            </a:r>
            <a:br>
              <a:rPr lang="en-IN" sz="2400" b="1" dirty="0">
                <a:latin typeface="TAU-Marutham" pitchFamily="34" charset="0"/>
                <a:cs typeface="TAU-Marutham" pitchFamily="34" charset="0"/>
              </a:rPr>
            </a:br>
            <a:r>
              <a:rPr lang="en-IN" sz="1800" b="1" dirty="0">
                <a:solidFill>
                  <a:srgbClr val="0070C0"/>
                </a:solidFill>
                <a:latin typeface="TAU-Marutham" pitchFamily="34" charset="0"/>
                <a:cs typeface="TAU-Marutham" pitchFamily="34" charset="0"/>
              </a:rPr>
              <a:t>ஆ</a:t>
            </a:r>
            <a:r>
              <a:rPr lang="en-US" sz="1800" b="1" dirty="0" err="1">
                <a:solidFill>
                  <a:srgbClr val="0070C0"/>
                </a:solidFill>
                <a:latin typeface="TAU-Marutham" pitchFamily="34" charset="0"/>
                <a:cs typeface="TAU-Marutham" pitchFamily="34" charset="0"/>
              </a:rPr>
              <a:t>ணைய</a:t>
            </a:r>
            <a:r>
              <a:rPr lang="en-US" sz="1800" b="1" dirty="0">
                <a:solidFill>
                  <a:srgbClr val="0070C0"/>
                </a:solidFill>
                <a:latin typeface="TAU-Marutham" pitchFamily="34" charset="0"/>
                <a:cs typeface="TAU-Marutham" pitchFamily="34" charset="0"/>
              </a:rPr>
              <a:t> </a:t>
            </a:r>
            <a:r>
              <a:rPr lang="en-US" sz="1800" b="1" dirty="0" err="1">
                <a:solidFill>
                  <a:srgbClr val="0070C0"/>
                </a:solidFill>
                <a:latin typeface="TAU-Marutham" pitchFamily="34" charset="0"/>
                <a:ea typeface="Calibri" pitchFamily="34" charset="0"/>
                <a:cs typeface="TAU-Marutham" pitchFamily="34" charset="0"/>
              </a:rPr>
              <a:t>சுற்றறிக்கை</a:t>
            </a:r>
            <a:r>
              <a:rPr lang="en-US" sz="1800" b="1" dirty="0">
                <a:solidFill>
                  <a:srgbClr val="0070C0"/>
                </a:solidFill>
                <a:latin typeface="TAU-Marutham" pitchFamily="34" charset="0"/>
                <a:cs typeface="TAU-Marutham" pitchFamily="34" charset="0"/>
              </a:rPr>
              <a:t> </a:t>
            </a:r>
            <a:r>
              <a:rPr lang="en-US" sz="1800" b="1" dirty="0" err="1">
                <a:solidFill>
                  <a:srgbClr val="0070C0"/>
                </a:solidFill>
                <a:latin typeface="TAU-Marutham" pitchFamily="34" charset="0"/>
                <a:cs typeface="TAU-Marutham" pitchFamily="34" charset="0"/>
              </a:rPr>
              <a:t>ந.க.எண்</a:t>
            </a:r>
            <a:r>
              <a:rPr lang="en-US" sz="1800" b="1" dirty="0">
                <a:solidFill>
                  <a:srgbClr val="0070C0"/>
                </a:solidFill>
                <a:latin typeface="TAU-Marutham" pitchFamily="34" charset="0"/>
                <a:cs typeface="TAU-Marutham" pitchFamily="34" charset="0"/>
              </a:rPr>
              <a:t> 875/2022/கூதே1, </a:t>
            </a:r>
            <a:r>
              <a:rPr lang="en-US" sz="1800" b="1" dirty="0" err="1">
                <a:solidFill>
                  <a:srgbClr val="0070C0"/>
                </a:solidFill>
                <a:latin typeface="TAU-Marutham" pitchFamily="34" charset="0"/>
                <a:cs typeface="TAU-Marutham" pitchFamily="34" charset="0"/>
              </a:rPr>
              <a:t>நாள்</a:t>
            </a:r>
            <a:r>
              <a:rPr lang="en-US" sz="1800" b="1" dirty="0">
                <a:solidFill>
                  <a:srgbClr val="0070C0"/>
                </a:solidFill>
                <a:latin typeface="TAU-Marutham" pitchFamily="34" charset="0"/>
                <a:cs typeface="TAU-Marutham" pitchFamily="34" charset="0"/>
              </a:rPr>
              <a:t>  06.01.2023</a:t>
            </a:r>
            <a:endParaRPr lang="en-IN" sz="2800" dirty="0"/>
          </a:p>
        </p:txBody>
      </p:sp>
      <p:sp>
        <p:nvSpPr>
          <p:cNvPr id="3" name="Content Placeholder 2"/>
          <p:cNvSpPr>
            <a:spLocks noGrp="1"/>
          </p:cNvSpPr>
          <p:nvPr>
            <p:ph idx="1"/>
          </p:nvPr>
        </p:nvSpPr>
        <p:spPr>
          <a:xfrm>
            <a:off x="457200" y="1600200"/>
            <a:ext cx="8229600" cy="5121275"/>
          </a:xfrm>
        </p:spPr>
        <p:txBody>
          <a:bodyPr>
            <a:normAutofit fontScale="25000" lnSpcReduction="20000"/>
          </a:bodyPr>
          <a:lstStyle/>
          <a:p>
            <a:pPr algn="just">
              <a:lnSpc>
                <a:spcPct val="170000"/>
              </a:lnSpc>
              <a:buFont typeface="Wingdings" pitchFamily="2" charset="2"/>
              <a:buChar char="Ø"/>
            </a:pPr>
            <a:r>
              <a:rPr lang="en-US" sz="7200" dirty="0" err="1">
                <a:latin typeface="TAU-Marutham" pitchFamily="34" charset="0"/>
                <a:cs typeface="TAU-Marutham" pitchFamily="34" charset="0"/>
              </a:rPr>
              <a:t>தமிழ்நாடு</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கூட்டுறவுச்</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சங்கங்களின்</a:t>
            </a:r>
            <a:r>
              <a:rPr lang="en-US" sz="7200" dirty="0">
                <a:latin typeface="TAU-Marutham" pitchFamily="34" charset="0"/>
                <a:cs typeface="TAU-Marutham" pitchFamily="34" charset="0"/>
              </a:rPr>
              <a:t> தேர்தல் </a:t>
            </a:r>
            <a:r>
              <a:rPr lang="en-US" sz="7200" dirty="0" err="1">
                <a:latin typeface="TAU-Marutham" pitchFamily="34" charset="0"/>
                <a:cs typeface="TAU-Marutham" pitchFamily="34" charset="0"/>
              </a:rPr>
              <a:t>பார்வையாளராக</a:t>
            </a:r>
            <a:r>
              <a:rPr lang="en-US" sz="7200" dirty="0">
                <a:latin typeface="TAU-Marutham" pitchFamily="34" charset="0"/>
                <a:cs typeface="TAU-Marutham" pitchFamily="34" charset="0"/>
              </a:rPr>
              <a:t> 1988-ம் </a:t>
            </a:r>
            <a:r>
              <a:rPr lang="en-US" sz="7200" dirty="0" err="1">
                <a:latin typeface="TAU-Marutham" pitchFamily="34" charset="0"/>
                <a:cs typeface="TAU-Marutham" pitchFamily="34" charset="0"/>
              </a:rPr>
              <a:t>ஆண்டு</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தமிழ்நாடு</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கூட்டுறவுச்</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சங்கங்கள்</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விதிகள்</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விதி</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எண்</a:t>
            </a:r>
            <a:r>
              <a:rPr lang="en-US" sz="7200" dirty="0">
                <a:latin typeface="TAU-Marutham" pitchFamily="34" charset="0"/>
                <a:cs typeface="TAU-Marutham" pitchFamily="34" charset="0"/>
              </a:rPr>
              <a:t>  52–A(6)</a:t>
            </a:r>
            <a:r>
              <a:rPr lang="en-US" sz="7200" dirty="0" err="1">
                <a:latin typeface="TAU-Marutham" pitchFamily="34" charset="0"/>
                <a:cs typeface="TAU-Marutham" pitchFamily="34" charset="0"/>
              </a:rPr>
              <a:t>ன்</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கீழ்</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ஒரு</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அரசு</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அதிகாரியை</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ஆணையம்</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நியமனம்</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செய்கிறது</a:t>
            </a:r>
            <a:r>
              <a:rPr lang="en-US" sz="7200" dirty="0">
                <a:latin typeface="TAU-Marutham" pitchFamily="34" charset="0"/>
                <a:cs typeface="TAU-Marutham" pitchFamily="34" charset="0"/>
              </a:rPr>
              <a:t>. </a:t>
            </a:r>
            <a:endParaRPr lang="en-IN" sz="7200" dirty="0">
              <a:latin typeface="TAU-Marutham" pitchFamily="34" charset="0"/>
              <a:cs typeface="TAU-Marutham" pitchFamily="34" charset="0"/>
            </a:endParaRPr>
          </a:p>
          <a:p>
            <a:pPr algn="just">
              <a:lnSpc>
                <a:spcPct val="170000"/>
              </a:lnSpc>
              <a:buFont typeface="Wingdings" pitchFamily="2" charset="2"/>
              <a:buChar char="Ø"/>
            </a:pPr>
            <a:r>
              <a:rPr lang="en-US" sz="7200" dirty="0" err="1">
                <a:latin typeface="TAU-Marutham" pitchFamily="34" charset="0"/>
                <a:cs typeface="TAU-Marutham" pitchFamily="34" charset="0"/>
              </a:rPr>
              <a:t>இவ்வாறு</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விதி</a:t>
            </a:r>
            <a:r>
              <a:rPr lang="en-US" sz="7200" dirty="0">
                <a:latin typeface="TAU-Marutham" pitchFamily="34" charset="0"/>
                <a:cs typeface="TAU-Marutham" pitchFamily="34" charset="0"/>
              </a:rPr>
              <a:t> எண் 52–A(6)</a:t>
            </a:r>
            <a:r>
              <a:rPr lang="en-US" sz="7200" dirty="0" err="1">
                <a:latin typeface="TAU-Marutham" pitchFamily="34" charset="0"/>
                <a:cs typeface="TAU-Marutham" pitchFamily="34" charset="0"/>
              </a:rPr>
              <a:t>ன்</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கீழ்</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நியமனம்</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செய்யப்படும்</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பார்வையாளர்</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அவ்விதியில்</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சொல்லப்பட்டபடி</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ஒரு</a:t>
            </a:r>
            <a:r>
              <a:rPr lang="en-US" sz="7200" dirty="0">
                <a:latin typeface="TAU-Marutham" pitchFamily="34" charset="0"/>
                <a:cs typeface="TAU-Marutham" pitchFamily="34" charset="0"/>
              </a:rPr>
              <a:t> மாவட்டம் </a:t>
            </a:r>
            <a:r>
              <a:rPr lang="en-US" sz="7200" dirty="0" err="1">
                <a:latin typeface="TAU-Marutham" pitchFamily="34" charset="0"/>
                <a:cs typeface="TAU-Marutham" pitchFamily="34" charset="0"/>
              </a:rPr>
              <a:t>அல்லது</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ஒரு</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வருவாய்</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கோட்டம்</a:t>
            </a:r>
            <a:r>
              <a:rPr lang="en-US" sz="7200" dirty="0">
                <a:latin typeface="TAU-Marutham" pitchFamily="34" charset="0"/>
                <a:cs typeface="TAU-Marutham" pitchFamily="34" charset="0"/>
              </a:rPr>
              <a:t>  (Revenue Division) </a:t>
            </a:r>
            <a:r>
              <a:rPr lang="en-US" sz="7200" dirty="0" err="1">
                <a:latin typeface="TAU-Marutham" pitchFamily="34" charset="0"/>
                <a:cs typeface="TAU-Marutham" pitchFamily="34" charset="0"/>
              </a:rPr>
              <a:t>அல்லது</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வருவாய்</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கோட்டத்தின்</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ஒரு</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பகுதியில்</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உள்ள</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ஒரு</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கூட்டுறவுச்</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சங்கம்</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அல்லது</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ஒரு</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தொகுப்பு</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கூட்டுறவுச்</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சங்கங்களின்</a:t>
            </a:r>
            <a:r>
              <a:rPr lang="en-US" sz="7200" dirty="0">
                <a:latin typeface="TAU-Marutham" pitchFamily="34" charset="0"/>
                <a:cs typeface="TAU-Marutham" pitchFamily="34" charset="0"/>
              </a:rPr>
              <a:t> தேர்தல் </a:t>
            </a:r>
            <a:r>
              <a:rPr lang="en-US" sz="7200" dirty="0" err="1">
                <a:latin typeface="TAU-Marutham" pitchFamily="34" charset="0"/>
                <a:cs typeface="TAU-Marutham" pitchFamily="34" charset="0"/>
              </a:rPr>
              <a:t>அல்லது</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தேர்தல்கள்</a:t>
            </a:r>
            <a:r>
              <a:rPr lang="en-US" sz="7200" dirty="0">
                <a:latin typeface="TAU-Marutham" pitchFamily="34" charset="0"/>
                <a:cs typeface="TAU-Marutham" pitchFamily="34" charset="0"/>
              </a:rPr>
              <a:t>  (a Co-operative society or a group </a:t>
            </a:r>
            <a:r>
              <a:rPr lang="en-US" sz="7200" dirty="0" smtClean="0">
                <a:latin typeface="TAU-Marutham" pitchFamily="34" charset="0"/>
                <a:cs typeface="TAU-Marutham" pitchFamily="34" charset="0"/>
              </a:rPr>
              <a:t>of Co-operative </a:t>
            </a:r>
            <a:r>
              <a:rPr lang="en-US" sz="7200" dirty="0">
                <a:latin typeface="TAU-Marutham" pitchFamily="34" charset="0"/>
                <a:cs typeface="TAU-Marutham" pitchFamily="34" charset="0"/>
              </a:rPr>
              <a:t>societies) </a:t>
            </a:r>
            <a:r>
              <a:rPr lang="en-US" sz="7200" dirty="0" err="1">
                <a:latin typeface="TAU-Marutham" pitchFamily="34" charset="0"/>
                <a:cs typeface="TAU-Marutham" pitchFamily="34" charset="0"/>
              </a:rPr>
              <a:t>நடைபெறுவதை</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கண்காணிக்கும்</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ஒரு</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அரசு</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அதிகாரியாக</a:t>
            </a:r>
            <a:r>
              <a:rPr lang="en-US" sz="7200" dirty="0">
                <a:latin typeface="TAU-Marutham" pitchFamily="34" charset="0"/>
                <a:cs typeface="TAU-Marutham" pitchFamily="34" charset="0"/>
              </a:rPr>
              <a:t> </a:t>
            </a:r>
            <a:r>
              <a:rPr lang="en-US" sz="7200" dirty="0" err="1">
                <a:latin typeface="TAU-Marutham" pitchFamily="34" charset="0"/>
                <a:cs typeface="TAU-Marutham" pitchFamily="34" charset="0"/>
              </a:rPr>
              <a:t>இருப்பார்</a:t>
            </a:r>
            <a:r>
              <a:rPr lang="en-US" sz="7200" dirty="0">
                <a:latin typeface="TAU-Marutham" pitchFamily="34" charset="0"/>
                <a:cs typeface="TAU-Marutham" pitchFamily="34" charset="0"/>
              </a:rPr>
              <a:t>. </a:t>
            </a:r>
          </a:p>
          <a:p>
            <a:pPr marL="0" indent="0" algn="just">
              <a:lnSpc>
                <a:spcPct val="170000"/>
              </a:lnSpc>
              <a:buNone/>
            </a:pPr>
            <a:endParaRPr lang="en-IN" sz="4200" dirty="0">
              <a:latin typeface="TAU-Marutham" pitchFamily="34" charset="0"/>
              <a:cs typeface="TAU-Marutham" pitchFamily="34" charset="0"/>
            </a:endParaRPr>
          </a:p>
          <a:p>
            <a:pPr>
              <a:buNone/>
            </a:pPr>
            <a:endParaRPr lang="en-IN" sz="2200" dirty="0" err="1">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46</a:t>
            </a:fld>
            <a:endParaRPr lang="en-US"/>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a:bodyPr>
          <a:lstStyle/>
          <a:p>
            <a:pPr algn="just">
              <a:lnSpc>
                <a:spcPct val="150000"/>
              </a:lnSpc>
              <a:buFont typeface="Wingdings" pitchFamily="2" charset="2"/>
              <a:buChar char="Ø"/>
            </a:pPr>
            <a:r>
              <a:rPr lang="en-US" sz="2000" dirty="0">
                <a:latin typeface="TAU-Marutham" pitchFamily="34" charset="0"/>
                <a:cs typeface="TAU-Marutham" pitchFamily="34" charset="0"/>
              </a:rPr>
              <a:t>தேர்தல் </a:t>
            </a:r>
            <a:r>
              <a:rPr lang="en-US" sz="2000" dirty="0" err="1">
                <a:latin typeface="TAU-Marutham" pitchFamily="34" charset="0"/>
                <a:cs typeface="TAU-Marutham" pitchFamily="34" charset="0"/>
              </a:rPr>
              <a:t>ஆணையத்தால்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அவரிடம்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ஒப்படைத்த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பொறுப்பு</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மற்றும்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அத்தகைய</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இதர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செயல்பாடுகளை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அவர்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செயல்படுத்துதல்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வேண்டும்</a:t>
            </a:r>
            <a:r>
              <a:rPr lang="en-US" sz="2000" dirty="0">
                <a:latin typeface="TAU-Marutham" pitchFamily="34" charset="0"/>
                <a:cs typeface="TAU-Marutham" pitchFamily="34" charset="0"/>
              </a:rPr>
              <a:t>.</a:t>
            </a:r>
          </a:p>
          <a:p>
            <a:pPr algn="just">
              <a:lnSpc>
                <a:spcPct val="150000"/>
              </a:lnSpc>
              <a:buFont typeface="Wingdings" pitchFamily="2" charset="2"/>
              <a:buChar char="Ø"/>
            </a:pPr>
            <a:r>
              <a:rPr lang="en-US" sz="2000" dirty="0" err="1">
                <a:latin typeface="TAU-Marutham" pitchFamily="34" charset="0"/>
                <a:cs typeface="TAU-Marutham" pitchFamily="34" charset="0"/>
              </a:rPr>
              <a:t>கூட்டுறவுச்</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சங்கத்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தேர்தல்களை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சுதந்திரமாகவும்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நேர்மையாகவும்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வெளிப்படைத்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தன்மையுடனும்</a:t>
            </a:r>
            <a:r>
              <a:rPr lang="en-US" sz="2000" dirty="0">
                <a:latin typeface="TAU-Marutham" pitchFamily="34" charset="0"/>
                <a:cs typeface="TAU-Marutham" pitchFamily="34" charset="0"/>
              </a:rPr>
              <a:t> (Free, Fair and Transparent)  </a:t>
            </a:r>
            <a:r>
              <a:rPr lang="en-US" sz="2000" dirty="0" err="1">
                <a:latin typeface="TAU-Marutham" pitchFamily="34" charset="0"/>
                <a:cs typeface="TAU-Marutham" pitchFamily="34" charset="0"/>
              </a:rPr>
              <a:t>ஆணையம்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சிறப்புற</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நடத்திட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பார்வையாளர்களின்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பங்களிப்பு</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முக்கியமானதாகும்</a:t>
            </a:r>
            <a:r>
              <a:rPr lang="en-US" sz="2000" dirty="0">
                <a:latin typeface="TAU-Marutham" pitchFamily="34" charset="0"/>
                <a:cs typeface="TAU-Marutham" pitchFamily="34" charset="0"/>
              </a:rPr>
              <a:t>.</a:t>
            </a:r>
          </a:p>
          <a:p>
            <a:pPr algn="just">
              <a:lnSpc>
                <a:spcPct val="150000"/>
              </a:lnSpc>
            </a:pPr>
            <a:endParaRPr lang="en-IN" sz="2000" dirty="0">
              <a:latin typeface="TAU-Marutham" pitchFamily="34" charset="0"/>
              <a:cs typeface="TAU-Marutham" pitchFamily="34" charset="0"/>
            </a:endParaRPr>
          </a:p>
          <a:p>
            <a:endParaRPr lang="en-IN"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47</a:t>
            </a:fld>
            <a:endParaRPr lang="en-US"/>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fontScale="77500" lnSpcReduction="20000"/>
          </a:bodyPr>
          <a:lstStyle/>
          <a:p>
            <a:pPr algn="just">
              <a:lnSpc>
                <a:spcPct val="160000"/>
              </a:lnSpc>
              <a:buFont typeface="Wingdings" pitchFamily="2" charset="2"/>
              <a:buChar char="Ø"/>
            </a:pPr>
            <a:r>
              <a:rPr lang="en-US" sz="2600" dirty="0">
                <a:latin typeface="TAU-Marutham" pitchFamily="34" charset="0"/>
                <a:cs typeface="TAU-Marutham" pitchFamily="34" charset="0"/>
              </a:rPr>
              <a:t> </a:t>
            </a:r>
            <a:r>
              <a:rPr lang="en-US" sz="2300" dirty="0" err="1">
                <a:latin typeface="TAU-Marutham" pitchFamily="34" charset="0"/>
                <a:cs typeface="TAU-Marutham" pitchFamily="34" charset="0"/>
              </a:rPr>
              <a:t>ஒரு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மாவட்டத்திலுள்ள</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அனைத்து</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சங்கங்களுக்கும்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ஒரு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பார்வையாளர்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என்ற</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தற்போதைய</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நிலையினை</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மாற்றி</a:t>
            </a:r>
            <a:r>
              <a:rPr lang="en-US" sz="2300" dirty="0">
                <a:latin typeface="TAU-Marutham" pitchFamily="34" charset="0"/>
                <a:cs typeface="TAU-Marutham" pitchFamily="34" charset="0"/>
              </a:rPr>
              <a:t>  52–A(6)-</a:t>
            </a:r>
            <a:r>
              <a:rPr lang="en-US" sz="2300" dirty="0" err="1">
                <a:latin typeface="TAU-Marutham" pitchFamily="34" charset="0"/>
                <a:cs typeface="TAU-Marutham" pitchFamily="34" charset="0"/>
              </a:rPr>
              <a:t>ல்</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கூறப்பட்டபடி</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ஒரு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வருவாய்</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கோட்டத்திற்கு</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உட்பட்ட</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அனைத்து</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வகை</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கூட்டுறவுச்</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சங்கங்களுக்கும்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ஒரு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பார்வையாளர்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நியமனம்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செய்ய</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உத்தேசித்து</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அதன்படி</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ஒரு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மாவட்டம்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மற்றும்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அதற்குட்பட்ட</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வருவாய்</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கோட்டங்களை</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பார்வையாளர்களின்</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அதிகார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வரம்புக்கான</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எல்லையாக</a:t>
            </a:r>
            <a:r>
              <a:rPr lang="en-US" sz="2300" dirty="0">
                <a:latin typeface="TAU-Marutham" pitchFamily="34" charset="0"/>
                <a:cs typeface="TAU-Marutham" pitchFamily="34" charset="0"/>
              </a:rPr>
              <a:t> (Jurisdiction) </a:t>
            </a:r>
            <a:r>
              <a:rPr lang="en-US" sz="2300" dirty="0" err="1">
                <a:latin typeface="TAU-Marutham" pitchFamily="34" charset="0"/>
                <a:cs typeface="TAU-Marutham" pitchFamily="34" charset="0"/>
              </a:rPr>
              <a:t>நிர்ணயம்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செய்து</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விதி</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எண்</a:t>
            </a:r>
            <a:r>
              <a:rPr lang="en-US" sz="2300" dirty="0">
                <a:latin typeface="TAU-Marutham" pitchFamily="34" charset="0"/>
                <a:cs typeface="TAU-Marutham" pitchFamily="34" charset="0"/>
              </a:rPr>
              <a:t> 52–A (9)-</a:t>
            </a:r>
            <a:r>
              <a:rPr lang="en-US" sz="2300" dirty="0" err="1">
                <a:latin typeface="TAU-Marutham" pitchFamily="34" charset="0"/>
                <a:cs typeface="TAU-Marutham" pitchFamily="34" charset="0"/>
              </a:rPr>
              <a:t>ன்</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கீழ்</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ஆணையம்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ஆணையிட்டுள்ளது</a:t>
            </a:r>
            <a:r>
              <a:rPr lang="en-US" sz="2300" dirty="0">
                <a:latin typeface="TAU-Marutham" pitchFamily="34" charset="0"/>
                <a:cs typeface="TAU-Marutham" pitchFamily="34" charset="0"/>
              </a:rPr>
              <a:t>.</a:t>
            </a:r>
          </a:p>
          <a:p>
            <a:pPr algn="just">
              <a:lnSpc>
                <a:spcPct val="160000"/>
              </a:lnSpc>
              <a:buFont typeface="Wingdings" pitchFamily="2" charset="2"/>
              <a:buChar char="Ø"/>
            </a:pPr>
            <a:r>
              <a:rPr lang="en-US" sz="2300" dirty="0" err="1">
                <a:latin typeface="TAU-Marutham" pitchFamily="34" charset="0"/>
                <a:cs typeface="TAU-Marutham" pitchFamily="34" charset="0"/>
              </a:rPr>
              <a:t>இவ்வாறாக</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தமிழ்நாட்டில்</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உள்ள</a:t>
            </a:r>
            <a:r>
              <a:rPr lang="en-US" sz="2300" dirty="0">
                <a:latin typeface="TAU-Marutham" pitchFamily="34" charset="0"/>
                <a:cs typeface="TAU-Marutham" pitchFamily="34" charset="0"/>
              </a:rPr>
              <a:t> 38 </a:t>
            </a:r>
            <a:r>
              <a:rPr lang="en-US" sz="2300" dirty="0" err="1">
                <a:latin typeface="TAU-Marutham" pitchFamily="34" charset="0"/>
                <a:cs typeface="TAU-Marutham" pitchFamily="34" charset="0"/>
              </a:rPr>
              <a:t>மாவட்டங்களுக்குட்பட்ட</a:t>
            </a:r>
            <a:r>
              <a:rPr lang="en-US" sz="2300" dirty="0">
                <a:latin typeface="TAU-Marutham" pitchFamily="34" charset="0"/>
                <a:cs typeface="TAU-Marutham" pitchFamily="34" charset="0"/>
              </a:rPr>
              <a:t>                                 94 </a:t>
            </a:r>
            <a:r>
              <a:rPr lang="en-US" sz="2300" dirty="0" err="1">
                <a:latin typeface="TAU-Marutham" pitchFamily="34" charset="0"/>
                <a:cs typeface="TAU-Marutham" pitchFamily="34" charset="0"/>
              </a:rPr>
              <a:t>வருவாய்</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கோட்டங்களுக்கு</a:t>
            </a:r>
            <a:r>
              <a:rPr lang="en-US" sz="2300" dirty="0">
                <a:latin typeface="TAU-Marutham" pitchFamily="34" charset="0"/>
                <a:cs typeface="TAU-Marutham" pitchFamily="34" charset="0"/>
              </a:rPr>
              <a:t> 94 </a:t>
            </a:r>
            <a:r>
              <a:rPr lang="en-US" sz="2300" dirty="0" err="1">
                <a:latin typeface="TAU-Marutham" pitchFamily="34" charset="0"/>
                <a:cs typeface="TAU-Marutham" pitchFamily="34" charset="0"/>
              </a:rPr>
              <a:t>பார்வையாளர்கள்</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ஆணையத்தால்</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நியமனம்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செய்யப்பட</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உள்ளனர்</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மேலும்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பார்வையாளர்களாக</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நியமனம்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செய்யப்படுபவர்கள்</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விதி</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எண்</a:t>
            </a:r>
            <a:r>
              <a:rPr lang="en-US" sz="2300" dirty="0">
                <a:latin typeface="TAU-Marutham" pitchFamily="34" charset="0"/>
                <a:cs typeface="TAU-Marutham" pitchFamily="34" charset="0"/>
              </a:rPr>
              <a:t>  52–A(5)   </a:t>
            </a:r>
            <a:r>
              <a:rPr lang="en-US" sz="2300" dirty="0" err="1">
                <a:latin typeface="TAU-Marutham" pitchFamily="34" charset="0"/>
                <a:cs typeface="TAU-Marutham" pitchFamily="34" charset="0"/>
              </a:rPr>
              <a:t>மற்றும்</a:t>
            </a:r>
            <a:r>
              <a:rPr lang="en-US" sz="2300" dirty="0">
                <a:latin typeface="TAU-Marutham" pitchFamily="34" charset="0"/>
                <a:cs typeface="TAU-Marutham" pitchFamily="34" charset="0"/>
              </a:rPr>
              <a:t>  52–A(6) </a:t>
            </a:r>
            <a:r>
              <a:rPr lang="en-US" sz="2300" dirty="0" err="1">
                <a:latin typeface="TAU-Marutham" pitchFamily="34" charset="0"/>
                <a:cs typeface="TAU-Marutham" pitchFamily="34" charset="0"/>
              </a:rPr>
              <a:t>மற்றும்</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அதில்</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கூறப்பட்ட</a:t>
            </a:r>
            <a:r>
              <a:rPr lang="en-US" sz="2300" dirty="0">
                <a:latin typeface="TAU-Marutham" pitchFamily="34" charset="0"/>
                <a:cs typeface="TAU-Marutham" pitchFamily="34" charset="0"/>
              </a:rPr>
              <a:t> </a:t>
            </a:r>
            <a:r>
              <a:rPr lang="en-US" sz="2300" dirty="0" err="1">
                <a:latin typeface="TAU-Marutham" pitchFamily="34" charset="0"/>
                <a:cs typeface="TAU-Marutham" pitchFamily="34" charset="0"/>
              </a:rPr>
              <a:t>விளக்கத்திற்கும்</a:t>
            </a:r>
            <a:r>
              <a:rPr lang="en-US" sz="2300" dirty="0">
                <a:latin typeface="TAU-Marutham" pitchFamily="34" charset="0"/>
                <a:cs typeface="TAU-Marutham" pitchFamily="34" charset="0"/>
              </a:rPr>
              <a:t> (Explanation) </a:t>
            </a:r>
            <a:r>
              <a:rPr lang="en-US" sz="2300" dirty="0" err="1">
                <a:latin typeface="TAU-Marutham" pitchFamily="34" charset="0"/>
                <a:cs typeface="TAU-Marutham" pitchFamily="34" charset="0"/>
              </a:rPr>
              <a:t>உட்பட்டவர்களாவர்</a:t>
            </a:r>
            <a:r>
              <a:rPr lang="en-US" sz="2300" dirty="0">
                <a:latin typeface="TAU-Marutham" pitchFamily="34" charset="0"/>
                <a:cs typeface="TAU-Marutham" pitchFamily="34" charset="0"/>
              </a:rPr>
              <a:t>.</a:t>
            </a:r>
          </a:p>
          <a:p>
            <a:pPr algn="just">
              <a:lnSpc>
                <a:spcPct val="160000"/>
              </a:lnSpc>
              <a:buFont typeface="Wingdings" pitchFamily="2" charset="2"/>
              <a:buChar char="Ø"/>
            </a:pPr>
            <a:endParaRPr lang="en-IN" sz="2300" dirty="0">
              <a:latin typeface="TAU-Marutham" pitchFamily="34" charset="0"/>
              <a:cs typeface="TAU-Marutham" pitchFamily="34" charset="0"/>
            </a:endParaRPr>
          </a:p>
          <a:p>
            <a:pPr>
              <a:buNone/>
            </a:pPr>
            <a:endParaRPr lang="en-IN" dirty="0"/>
          </a:p>
        </p:txBody>
      </p:sp>
      <p:sp>
        <p:nvSpPr>
          <p:cNvPr id="2" name="Slide Number Placeholder 1"/>
          <p:cNvSpPr>
            <a:spLocks noGrp="1"/>
          </p:cNvSpPr>
          <p:nvPr>
            <p:ph type="sldNum" sz="quarter" idx="12"/>
          </p:nvPr>
        </p:nvSpPr>
        <p:spPr/>
        <p:txBody>
          <a:bodyPr/>
          <a:lstStyle/>
          <a:p>
            <a:fld id="{22E57D70-481A-41F0-B50C-50BB8557EF28}" type="slidenum">
              <a:rPr lang="en-US" smtClean="0"/>
              <a:pPr/>
              <a:t>48</a:t>
            </a:fld>
            <a:endParaRPr 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a:bodyPr>
          <a:lstStyle/>
          <a:p>
            <a:pPr algn="ctr">
              <a:buNone/>
            </a:pPr>
            <a:r>
              <a:rPr lang="en-US" sz="2400" b="1" u="sng" dirty="0" err="1">
                <a:latin typeface="TAU-Marutham" pitchFamily="34" charset="0"/>
                <a:cs typeface="TAU-Marutham" pitchFamily="34" charset="0"/>
              </a:rPr>
              <a:t>கல்வித்துறையின்</a:t>
            </a:r>
            <a:r>
              <a:rPr lang="en-US" sz="2400" b="1" u="sng" dirty="0">
                <a:latin typeface="TAU-Marutham" pitchFamily="34" charset="0"/>
                <a:cs typeface="TAU-Marutham" pitchFamily="34" charset="0"/>
              </a:rPr>
              <a:t> </a:t>
            </a:r>
            <a:r>
              <a:rPr lang="en-US" sz="2400" b="1" u="sng" dirty="0" err="1">
                <a:latin typeface="TAU-Marutham" pitchFamily="34" charset="0"/>
                <a:cs typeface="TAU-Marutham" pitchFamily="34" charset="0"/>
              </a:rPr>
              <a:t>பங்களிப்பு</a:t>
            </a:r>
            <a:r>
              <a:rPr lang="en-US" sz="2400" b="1" dirty="0">
                <a:latin typeface="TAU-Marutham" pitchFamily="34" charset="0"/>
                <a:cs typeface="TAU-Marutham" pitchFamily="34" charset="0"/>
              </a:rPr>
              <a:t> </a:t>
            </a:r>
          </a:p>
          <a:p>
            <a:pPr>
              <a:buNone/>
            </a:pPr>
            <a:endParaRPr lang="en-IN" sz="2000" dirty="0">
              <a:latin typeface="TAU-Marutham" pitchFamily="34" charset="0"/>
              <a:cs typeface="TAU-Marutham" pitchFamily="34" charset="0"/>
            </a:endParaRPr>
          </a:p>
          <a:p>
            <a:pPr algn="just">
              <a:lnSpc>
                <a:spcPct val="150000"/>
              </a:lnSpc>
              <a:buNone/>
            </a:pP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கூட்டுறவு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சங்க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தேர்தலுக்கு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பள்ளிக்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கட்டிடங்கள்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தேவைப்படும்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பட்சத்தில்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அதனை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கூட்டுறவுச்</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சங்கங்களின்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மாவட்ட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தேர்தல்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 (</a:t>
            </a:r>
            <a:r>
              <a:rPr lang="en-IN" sz="2000" dirty="0">
                <a:latin typeface="TAU-Marutham" pitchFamily="34" charset="0"/>
                <a:cs typeface="TAU-Marutham" pitchFamily="34" charset="0"/>
              </a:rPr>
              <a:t>District Election Officers</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மாவட்ட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அளவிலான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மாவட்ட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கல்வி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(District Education Officers) </a:t>
            </a:r>
            <a:r>
              <a:rPr lang="en-US" sz="2000" dirty="0" err="1">
                <a:latin typeface="TAU-Marutham" pitchFamily="34" charset="0"/>
                <a:cs typeface="TAU-Marutham" pitchFamily="34" charset="0"/>
              </a:rPr>
              <a:t>மற்றும்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முதன்மை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கல்வி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அணுகி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பெறுதலையும்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குறித்து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தொடக்கக்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கல்வி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இயக்குநர்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இடைநிலை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கல்வி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இயக்குநர்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மாவட்ட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கல்வி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மற்றும்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முதன்மை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கல்வி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அலுவலர்களுக்கு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உரிய</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அறிவுரை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வழங்கிட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அரசு</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முதன்மை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செயலாள</a:t>
            </a:r>
            <a:r>
              <a:rPr lang="en-IN" sz="2000" dirty="0" err="1">
                <a:latin typeface="TAU-Marutham" pitchFamily="34" charset="0"/>
                <a:cs typeface="TAU-Marutham" pitchFamily="34" charset="0"/>
              </a:rPr>
              <a:t>ர்</a:t>
            </a:r>
            <a:r>
              <a:rPr lang="en-IN" sz="2000" dirty="0">
                <a:latin typeface="TAU-Marutham" pitchFamily="34" charset="0"/>
                <a:cs typeface="TAU-Marutham" pitchFamily="34" charset="0"/>
              </a:rPr>
              <a:t>,</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பள்ளிக்கல்வி</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துறைக்கு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கடிதம்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அனுப்பப்படவுள்ளது</a:t>
            </a:r>
            <a:r>
              <a:rPr lang="en-US" sz="2000" dirty="0">
                <a:latin typeface="TAU-Marutham" pitchFamily="34" charset="0"/>
                <a:cs typeface="TAU-Marutham" pitchFamily="34" charset="0"/>
              </a:rPr>
              <a:t>.</a:t>
            </a:r>
          </a:p>
          <a:p>
            <a:endParaRPr lang="en-US" sz="2000" dirty="0">
              <a:latin typeface="TAU-Marutham" pitchFamily="34" charset="0"/>
              <a:cs typeface="TAU-Marutham" pitchFamily="34" charset="0"/>
            </a:endParaRPr>
          </a:p>
          <a:p>
            <a:endParaRPr lang="en-US" sz="2000"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49</a:t>
            </a:fld>
            <a:endParaRPr lang="en-US"/>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14202"/>
          </a:xfrm>
        </p:spPr>
        <p:txBody>
          <a:bodyPr>
            <a:noAutofit/>
          </a:bodyPr>
          <a:lstStyle/>
          <a:p>
            <a:pPr>
              <a:lnSpc>
                <a:spcPct val="150000"/>
              </a:lnSpc>
            </a:pPr>
            <a:r>
              <a:rPr lang="en-IN" sz="2400" b="1" u="sng" dirty="0" err="1">
                <a:latin typeface="TAU-Marutham" pitchFamily="34" charset="0"/>
                <a:cs typeface="TAU-Marutham" pitchFamily="34" charset="0"/>
              </a:rPr>
              <a:t>தேர்தல்</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புகார்</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மனு</a:t>
            </a:r>
            <a:r>
              <a:rPr lang="en-IN" sz="2400" b="1" u="sng" dirty="0">
                <a:latin typeface="TAU-Marutham" pitchFamily="34" charset="0"/>
                <a:cs typeface="TAU-Marutham" pitchFamily="34" charset="0"/>
              </a:rPr>
              <a:t> </a:t>
            </a:r>
            <a:r>
              <a:rPr lang="en-IN" sz="2400" b="1" u="sng" dirty="0" err="1">
                <a:latin typeface="TAU-Marutham" pitchFamily="34" charset="0"/>
                <a:cs typeface="TAU-Marutham" pitchFamily="34" charset="0"/>
              </a:rPr>
              <a:t>பதிவேடு</a:t>
            </a:r>
            <a:r>
              <a:rPr lang="en-IN" sz="2400" b="1" u="sng" dirty="0">
                <a:latin typeface="TAU-Marutham" pitchFamily="34" charset="0"/>
                <a:cs typeface="TAU-Marutham" pitchFamily="34" charset="0"/>
              </a:rPr>
              <a:t/>
            </a:r>
            <a:br>
              <a:rPr lang="en-IN" sz="2400" b="1" u="sng" dirty="0">
                <a:latin typeface="TAU-Marutham" pitchFamily="34" charset="0"/>
                <a:cs typeface="TAU-Marutham" pitchFamily="34" charset="0"/>
              </a:rPr>
            </a:br>
            <a:r>
              <a:rPr lang="en-US" sz="2400" b="1" u="sng" dirty="0">
                <a:latin typeface="TAU-Marutham" pitchFamily="34" charset="0"/>
                <a:cs typeface="TAU-Marutham" pitchFamily="34" charset="0"/>
              </a:rPr>
              <a:t>Register for Election Complaint Petitions</a:t>
            </a:r>
            <a:br>
              <a:rPr lang="en-US" sz="2400" b="1" u="sng" dirty="0">
                <a:latin typeface="TAU-Marutham" pitchFamily="34" charset="0"/>
                <a:cs typeface="TAU-Marutham" pitchFamily="34" charset="0"/>
              </a:rPr>
            </a:br>
            <a:r>
              <a:rPr lang="en-US" sz="1800" b="1" dirty="0" err="1">
                <a:solidFill>
                  <a:srgbClr val="0070C0"/>
                </a:solidFill>
                <a:latin typeface="TAU-Marutham" pitchFamily="34" charset="0"/>
                <a:cs typeface="TAU-Marutham" pitchFamily="34" charset="0"/>
              </a:rPr>
              <a:t>ஆணைய</a:t>
            </a:r>
            <a:r>
              <a:rPr lang="en-US" sz="1800" b="1" dirty="0">
                <a:solidFill>
                  <a:srgbClr val="0070C0"/>
                </a:solidFill>
                <a:latin typeface="TAU-Marutham" pitchFamily="34" charset="0"/>
                <a:cs typeface="TAU-Marutham" pitchFamily="34" charset="0"/>
              </a:rPr>
              <a:t> </a:t>
            </a:r>
            <a:r>
              <a:rPr lang="en-US" sz="1800" b="1" dirty="0" err="1">
                <a:solidFill>
                  <a:srgbClr val="0070C0"/>
                </a:solidFill>
                <a:latin typeface="TAU-Marutham" pitchFamily="34" charset="0"/>
                <a:ea typeface="Calibri" pitchFamily="34" charset="0"/>
                <a:cs typeface="TAU-Marutham" pitchFamily="34" charset="0"/>
              </a:rPr>
              <a:t>சுற்றறிக்கை</a:t>
            </a:r>
            <a:r>
              <a:rPr lang="en-US" sz="1800" b="1" dirty="0">
                <a:solidFill>
                  <a:srgbClr val="0070C0"/>
                </a:solidFill>
                <a:latin typeface="TAU-Marutham" pitchFamily="34" charset="0"/>
                <a:cs typeface="TAU-Marutham" pitchFamily="34" charset="0"/>
              </a:rPr>
              <a:t> ந.க.1111/2022/கூதே5,  </a:t>
            </a:r>
            <a:r>
              <a:rPr lang="en-US" sz="1800" b="1" dirty="0" err="1">
                <a:solidFill>
                  <a:srgbClr val="0070C0"/>
                </a:solidFill>
                <a:latin typeface="TAU-Marutham" pitchFamily="34" charset="0"/>
                <a:cs typeface="TAU-Marutham" pitchFamily="34" charset="0"/>
              </a:rPr>
              <a:t>நாள்</a:t>
            </a:r>
            <a:r>
              <a:rPr lang="en-US" sz="1800" b="1" dirty="0">
                <a:solidFill>
                  <a:srgbClr val="0070C0"/>
                </a:solidFill>
                <a:latin typeface="TAU-Marutham" pitchFamily="34" charset="0"/>
                <a:cs typeface="TAU-Marutham" pitchFamily="34" charset="0"/>
              </a:rPr>
              <a:t> 11.01.2023</a:t>
            </a:r>
            <a:endParaRPr lang="en-IN" sz="2400" dirty="0"/>
          </a:p>
        </p:txBody>
      </p:sp>
      <p:sp>
        <p:nvSpPr>
          <p:cNvPr id="3" name="Content Placeholder 2"/>
          <p:cNvSpPr>
            <a:spLocks noGrp="1"/>
          </p:cNvSpPr>
          <p:nvPr>
            <p:ph idx="1"/>
          </p:nvPr>
        </p:nvSpPr>
        <p:spPr>
          <a:xfrm>
            <a:off x="457200" y="2276872"/>
            <a:ext cx="8229600" cy="3849291"/>
          </a:xfrm>
        </p:spPr>
        <p:txBody>
          <a:bodyPr>
            <a:normAutofit fontScale="92500" lnSpcReduction="10000"/>
          </a:bodyPr>
          <a:lstStyle/>
          <a:p>
            <a:pPr>
              <a:lnSpc>
                <a:spcPct val="150000"/>
              </a:lnSpc>
              <a:buNone/>
            </a:pPr>
            <a:r>
              <a:rPr lang="en-US" sz="2400" dirty="0" err="1">
                <a:latin typeface="TAU-Marutham" pitchFamily="34" charset="0"/>
                <a:cs typeface="TAU-Marutham" pitchFamily="34" charset="0"/>
              </a:rPr>
              <a:t>இது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தொடர்பாக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கீழ்க்காணும்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அறிவுரைகளை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ஆணையம்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வழங்குகிறது</a:t>
            </a:r>
            <a:endParaRPr lang="en-US" sz="2400" dirty="0">
              <a:latin typeface="TAU-Marutham" pitchFamily="34" charset="0"/>
              <a:cs typeface="TAU-Marutham" pitchFamily="34" charset="0"/>
            </a:endParaRPr>
          </a:p>
          <a:p>
            <a:pPr lvl="0" algn="just">
              <a:lnSpc>
                <a:spcPct val="170000"/>
              </a:lnSpc>
              <a:buFont typeface="Wingdings" pitchFamily="2" charset="2"/>
              <a:buChar char="Ø"/>
            </a:pPr>
            <a:r>
              <a:rPr lang="en-US" sz="2400" dirty="0" err="1">
                <a:latin typeface="TAU-Marutham" pitchFamily="34" charset="0"/>
                <a:cs typeface="TAU-Marutham" pitchFamily="34" charset="0"/>
              </a:rPr>
              <a:t>தேர்தல்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நடவடிக்கைகள்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தொடர்பாக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பெறப்படும்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புகார்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மனுக்களுக்கு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தனியே</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ஒரு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பதிவேடு</a:t>
            </a:r>
            <a:r>
              <a:rPr lang="en-US" sz="2400" dirty="0">
                <a:latin typeface="TAU-Marutham" pitchFamily="34" charset="0"/>
                <a:cs typeface="TAU-Marutham" pitchFamily="34" charset="0"/>
              </a:rPr>
              <a:t> (Register for Election Complaint Petitions) </a:t>
            </a:r>
            <a:r>
              <a:rPr lang="en-US" sz="2400" dirty="0" err="1">
                <a:latin typeface="TAU-Marutham" pitchFamily="34" charset="0"/>
                <a:cs typeface="TAU-Marutham" pitchFamily="34" charset="0"/>
              </a:rPr>
              <a:t>பேணப்பட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வேண்டும்</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lvl="0" algn="just">
              <a:lnSpc>
                <a:spcPct val="170000"/>
              </a:lnSpc>
              <a:buFont typeface="Wingdings" pitchFamily="2" charset="2"/>
              <a:buChar char="Ø"/>
            </a:pPr>
            <a:r>
              <a:rPr lang="en-US" sz="2400" dirty="0" err="1">
                <a:latin typeface="TAU-Marutham" pitchFamily="34" charset="0"/>
                <a:cs typeface="TAU-Marutham" pitchFamily="34" charset="0"/>
              </a:rPr>
              <a:t>அப்பதிவேடு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கீழ்</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கண்ட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படிவத்தில்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இருத்தல்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வேண்டும்</a:t>
            </a:r>
            <a:r>
              <a:rPr lang="en-US" sz="2400" dirty="0">
                <a:latin typeface="TAU-Marutham" pitchFamily="34" charset="0"/>
                <a:cs typeface="TAU-Marutham" pitchFamily="34" charset="0"/>
              </a:rPr>
              <a:t>.</a:t>
            </a:r>
            <a:endParaRPr lang="en-IN" sz="2400" dirty="0">
              <a:latin typeface="TAU-Marutham" pitchFamily="34" charset="0"/>
              <a:cs typeface="TAU-Marutham" pitchFamily="34" charset="0"/>
            </a:endParaRPr>
          </a:p>
          <a:p>
            <a:pPr>
              <a:buNone/>
            </a:pPr>
            <a:endParaRPr lang="en-IN" sz="2400"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50</a:t>
            </a:fld>
            <a:endParaRPr 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err="1">
                <a:latin typeface="TAU-Marutham" pitchFamily="34" charset="0"/>
                <a:cs typeface="TAU-Marutham" pitchFamily="34" charset="0"/>
              </a:rPr>
              <a:t>தேர்தல்</a:t>
            </a:r>
            <a:r>
              <a:rPr lang="en-US" sz="3200" b="1" u="sng" dirty="0">
                <a:latin typeface="TAU-Marutham" pitchFamily="34" charset="0"/>
                <a:cs typeface="TAU-Marutham" pitchFamily="34" charset="0"/>
              </a:rPr>
              <a:t> </a:t>
            </a:r>
            <a:r>
              <a:rPr lang="en-US" sz="3200" b="1" u="sng" dirty="0" err="1">
                <a:latin typeface="TAU-Marutham" pitchFamily="34" charset="0"/>
                <a:cs typeface="TAU-Marutham" pitchFamily="34" charset="0"/>
              </a:rPr>
              <a:t>புகார்</a:t>
            </a:r>
            <a:r>
              <a:rPr lang="en-US" sz="3200" b="1" u="sng" dirty="0">
                <a:latin typeface="TAU-Marutham" pitchFamily="34" charset="0"/>
                <a:cs typeface="TAU-Marutham" pitchFamily="34" charset="0"/>
              </a:rPr>
              <a:t> </a:t>
            </a:r>
            <a:r>
              <a:rPr lang="en-US" sz="3200" b="1" u="sng" dirty="0" err="1">
                <a:latin typeface="TAU-Marutham" pitchFamily="34" charset="0"/>
                <a:cs typeface="TAU-Marutham" pitchFamily="34" charset="0"/>
              </a:rPr>
              <a:t>மனு</a:t>
            </a:r>
            <a:r>
              <a:rPr lang="en-US" sz="3200" b="1" u="sng" dirty="0">
                <a:latin typeface="TAU-Marutham" pitchFamily="34" charset="0"/>
                <a:cs typeface="TAU-Marutham" pitchFamily="34" charset="0"/>
              </a:rPr>
              <a:t> </a:t>
            </a:r>
            <a:r>
              <a:rPr lang="en-US" sz="3200" b="1" u="sng" dirty="0" err="1">
                <a:latin typeface="TAU-Marutham" pitchFamily="34" charset="0"/>
                <a:cs typeface="TAU-Marutham" pitchFamily="34" charset="0"/>
              </a:rPr>
              <a:t>படிவம்</a:t>
            </a:r>
            <a:endParaRPr lang="en-US" sz="3200" b="1" u="sng" dirty="0">
              <a:latin typeface="TAU-Marutham" pitchFamily="34" charset="0"/>
              <a:cs typeface="TAU-Marutham" pitchFamily="34" charset="0"/>
            </a:endParaRPr>
          </a:p>
        </p:txBody>
      </p:sp>
      <p:pic>
        <p:nvPicPr>
          <p:cNvPr id="6" name="Content Placeholder 5" descr="complaint register picture.PNG"/>
          <p:cNvPicPr>
            <a:picLocks noGrp="1" noChangeAspect="1"/>
          </p:cNvPicPr>
          <p:nvPr>
            <p:ph idx="1"/>
          </p:nvPr>
        </p:nvPicPr>
        <p:blipFill>
          <a:blip r:embed="rId2"/>
          <a:stretch>
            <a:fillRect/>
          </a:stretch>
        </p:blipFill>
        <p:spPr>
          <a:xfrm>
            <a:off x="714348" y="1214422"/>
            <a:ext cx="7816735" cy="4911741"/>
          </a:xfrm>
        </p:spPr>
      </p:pic>
      <p:sp>
        <p:nvSpPr>
          <p:cNvPr id="4" name="Slide Number Placeholder 3"/>
          <p:cNvSpPr>
            <a:spLocks noGrp="1"/>
          </p:cNvSpPr>
          <p:nvPr>
            <p:ph type="sldNum" sz="quarter" idx="12"/>
          </p:nvPr>
        </p:nvSpPr>
        <p:spPr/>
        <p:txBody>
          <a:bodyPr/>
          <a:lstStyle/>
          <a:p>
            <a:fld id="{22E57D70-481A-41F0-B50C-50BB8557EF28}" type="slidenum">
              <a:rPr lang="en-US" smtClean="0"/>
              <a:pPr/>
              <a:t>51</a:t>
            </a:fld>
            <a:endParaRPr lang="en-US"/>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lvl="0" algn="just">
              <a:lnSpc>
                <a:spcPct val="150000"/>
              </a:lnSpc>
              <a:buFont typeface="Wingdings" pitchFamily="2" charset="2"/>
              <a:buChar char="Ø"/>
            </a:pPr>
            <a:r>
              <a:rPr lang="en-US" sz="2000" dirty="0" err="1">
                <a:latin typeface="TAU-Marutham" pitchFamily="34" charset="0"/>
                <a:cs typeface="TAU-Marutham" pitchFamily="34" charset="0"/>
              </a:rPr>
              <a:t>படிவத்தில்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உள்ளபடி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ஒரே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மாதிரியாக</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தேர்தல்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புகார்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மனு</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பதிவேடானது</a:t>
            </a:r>
            <a:r>
              <a:rPr lang="en-US" sz="2000" dirty="0">
                <a:latin typeface="TAU-Marutham" pitchFamily="34" charset="0"/>
                <a:cs typeface="TAU-Marutham" pitchFamily="34" charset="0"/>
              </a:rPr>
              <a:t> (Register for Election complaint petitions) </a:t>
            </a:r>
            <a:r>
              <a:rPr lang="en-US" sz="2000" dirty="0" err="1">
                <a:latin typeface="TAU-Marutham" pitchFamily="34" charset="0"/>
                <a:cs typeface="TAU-Marutham" pitchFamily="34" charset="0"/>
              </a:rPr>
              <a:t>தேர்தல்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ஆணையம்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அனைத்து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மாநில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தேர்தல்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அனைத்து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மாவட்ட</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தேர்தல்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மற்றும்</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அனைத்து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தேர்தல்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அலுவலர்கள்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ஆகியோர்</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தங்கள்</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அலுவலகங்களில்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வைத்து</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முறையே</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பராமரித்தல்</a:t>
            </a:r>
            <a:r>
              <a:rPr lang="en-US" sz="2000" dirty="0">
                <a:latin typeface="TAU-Marutham" pitchFamily="34" charset="0"/>
                <a:cs typeface="TAU-Marutham" pitchFamily="34" charset="0"/>
              </a:rPr>
              <a:t> </a:t>
            </a:r>
            <a:r>
              <a:rPr lang="en-US" sz="2000" dirty="0" err="1">
                <a:latin typeface="TAU-Marutham" pitchFamily="34" charset="0"/>
                <a:cs typeface="TAU-Marutham" pitchFamily="34" charset="0"/>
              </a:rPr>
              <a:t>வேண்டும்</a:t>
            </a:r>
            <a:r>
              <a:rPr lang="en-US" sz="2000" dirty="0">
                <a:latin typeface="TAU-Marutham" pitchFamily="34" charset="0"/>
                <a:cs typeface="TAU-Marutham" pitchFamily="34" charset="0"/>
              </a:rPr>
              <a:t>.</a:t>
            </a:r>
          </a:p>
        </p:txBody>
      </p:sp>
      <p:sp>
        <p:nvSpPr>
          <p:cNvPr id="4" name="Slide Number Placeholder 3"/>
          <p:cNvSpPr>
            <a:spLocks noGrp="1"/>
          </p:cNvSpPr>
          <p:nvPr>
            <p:ph type="sldNum" sz="quarter" idx="12"/>
          </p:nvPr>
        </p:nvSpPr>
        <p:spPr/>
        <p:txBody>
          <a:bodyPr/>
          <a:lstStyle/>
          <a:p>
            <a:fld id="{22E57D70-481A-41F0-B50C-50BB8557EF28}" type="slidenum">
              <a:rPr lang="en-US" smtClean="0"/>
              <a:pPr/>
              <a:t>52</a:t>
            </a:fld>
            <a:endParaRPr lang="en-US"/>
          </a:p>
        </p:txBody>
      </p:sp>
    </p:spTree>
  </p:cSld>
  <p:clrMapOvr>
    <a:overrideClrMapping bg1="lt1" tx1="dk1" bg2="lt2" tx2="dk2" accent1="accent1" accent2="accent2" accent3="accent3" accent4="accent4" accent5="accent5" accent6="accent6" hlink="hlink" folHlink="folHlink"/>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48680"/>
            <a:ext cx="8229600" cy="5577483"/>
          </a:xfrm>
        </p:spPr>
        <p:txBody>
          <a:bodyPr>
            <a:normAutofit/>
          </a:bodyPr>
          <a:lstStyle/>
          <a:p>
            <a:pPr algn="just">
              <a:lnSpc>
                <a:spcPct val="150000"/>
              </a:lnSpc>
              <a:buFont typeface="Wingdings" pitchFamily="2" charset="2"/>
              <a:buChar char="Ø"/>
            </a:pPr>
            <a:r>
              <a:rPr lang="en-US" sz="2200" dirty="0" err="1">
                <a:latin typeface="TAU-Marutham" pitchFamily="34" charset="0"/>
                <a:cs typeface="TAU-Marutham" pitchFamily="34" charset="0"/>
              </a:rPr>
              <a:t>தேர்தல்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புகார்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உடனுக்குடன்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நடவடிக்கையினை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எடுத்து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முடிவினை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மனுதாரருக்கு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தெரிவித்திட</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வேண்டும்</a:t>
            </a:r>
            <a:r>
              <a:rPr lang="en-US" sz="2200" dirty="0">
                <a:latin typeface="TAU-Marutham" pitchFamily="34" charset="0"/>
                <a:cs typeface="TAU-Marutham" pitchFamily="34" charset="0"/>
              </a:rPr>
              <a:t>.</a:t>
            </a:r>
          </a:p>
          <a:p>
            <a:pPr marL="0" indent="0" algn="just">
              <a:lnSpc>
                <a:spcPct val="150000"/>
              </a:lnSpc>
              <a:buNone/>
            </a:pPr>
            <a:endParaRPr lang="en-US" sz="2200" dirty="0">
              <a:latin typeface="TAU-Marutham" pitchFamily="34" charset="0"/>
              <a:cs typeface="TAU-Marutham" pitchFamily="34" charset="0"/>
            </a:endParaRPr>
          </a:p>
          <a:p>
            <a:pPr lvl="0" algn="just">
              <a:lnSpc>
                <a:spcPct val="150000"/>
              </a:lnSpc>
              <a:buFont typeface="Wingdings" pitchFamily="2" charset="2"/>
              <a:buChar char="Ø"/>
            </a:pPr>
            <a:r>
              <a:rPr lang="en-US" sz="2200" dirty="0" err="1">
                <a:latin typeface="TAU-Marutham" pitchFamily="34" charset="0"/>
                <a:cs typeface="TAU-Marutham" pitchFamily="34" charset="0"/>
              </a:rPr>
              <a:t>இந்த</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புகார்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மனு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பதிவேடு</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ஆணையத்தின்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ஒரு</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ஆவணமாக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கருதப்பட்டு</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தேர்தல்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ஆவணமாக</a:t>
            </a:r>
            <a:r>
              <a:rPr lang="en-US" sz="2200" dirty="0">
                <a:latin typeface="TAU-Marutham" pitchFamily="34" charset="0"/>
                <a:cs typeface="TAU-Marutham" pitchFamily="34" charset="0"/>
              </a:rPr>
              <a:t> (Election Records) </a:t>
            </a:r>
            <a:r>
              <a:rPr lang="en-US" sz="2200" dirty="0" err="1">
                <a:latin typeface="TAU-Marutham" pitchFamily="34" charset="0"/>
                <a:cs typeface="TAU-Marutham" pitchFamily="34" charset="0"/>
              </a:rPr>
              <a:t>தேர்தல்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அலுவலரின்</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பொறுப்பில்</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பாதுகாப்பாக</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பராமரிக்கப்பட</a:t>
            </a:r>
            <a:r>
              <a:rPr lang="en-US" sz="2200" dirty="0">
                <a:latin typeface="TAU-Marutham" pitchFamily="34" charset="0"/>
                <a:cs typeface="TAU-Marutham" pitchFamily="34" charset="0"/>
              </a:rPr>
              <a:t> </a:t>
            </a:r>
            <a:r>
              <a:rPr lang="en-US" sz="2200" dirty="0" err="1">
                <a:latin typeface="TAU-Marutham" pitchFamily="34" charset="0"/>
                <a:cs typeface="TAU-Marutham" pitchFamily="34" charset="0"/>
              </a:rPr>
              <a:t>வேண்டும்</a:t>
            </a:r>
            <a:r>
              <a:rPr lang="en-US" sz="2200" dirty="0">
                <a:latin typeface="TAU-Marutham" pitchFamily="34" charset="0"/>
                <a:cs typeface="TAU-Marutham" pitchFamily="34" charset="0"/>
              </a:rPr>
              <a:t>.</a:t>
            </a:r>
            <a:endParaRPr lang="en-IN" sz="2200" dirty="0">
              <a:latin typeface="TAU-Marutham" pitchFamily="34" charset="0"/>
              <a:cs typeface="TAU-Marutham" pitchFamily="34" charset="0"/>
            </a:endParaRPr>
          </a:p>
          <a:p>
            <a:pPr algn="just">
              <a:lnSpc>
                <a:spcPct val="150000"/>
              </a:lnSpc>
            </a:pPr>
            <a:endParaRPr lang="en-IN" sz="2200" dirty="0">
              <a:latin typeface="TAU-Marutham" pitchFamily="34" charset="0"/>
              <a:cs typeface="TAU-Marutham" pitchFamily="34" charset="0"/>
            </a:endParaRPr>
          </a:p>
          <a:p>
            <a:pPr lvl="0" algn="just">
              <a:lnSpc>
                <a:spcPct val="150000"/>
              </a:lnSpc>
            </a:pPr>
            <a:endParaRPr lang="en-IN" dirty="0">
              <a:latin typeface="TAU-Marutham" pitchFamily="34" charset="0"/>
              <a:cs typeface="TAU-Marutham" pitchFamily="34" charset="0"/>
            </a:endParaRPr>
          </a:p>
          <a:p>
            <a:endParaRPr lang="en-IN" dirty="0"/>
          </a:p>
        </p:txBody>
      </p:sp>
      <p:sp>
        <p:nvSpPr>
          <p:cNvPr id="4" name="Slide Number Placeholder 3"/>
          <p:cNvSpPr>
            <a:spLocks noGrp="1"/>
          </p:cNvSpPr>
          <p:nvPr>
            <p:ph type="sldNum" sz="quarter" idx="12"/>
          </p:nvPr>
        </p:nvSpPr>
        <p:spPr/>
        <p:txBody>
          <a:bodyPr/>
          <a:lstStyle/>
          <a:p>
            <a:fld id="{22E57D70-481A-41F0-B50C-50BB8557EF28}" type="slidenum">
              <a:rPr lang="en-US" smtClean="0"/>
              <a:pPr/>
              <a:t>53</a:t>
            </a:fld>
            <a:endParaRPr lang="en-US"/>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err="1">
                <a:solidFill>
                  <a:srgbClr val="0070C0"/>
                </a:solidFill>
                <a:latin typeface="TAU-Marutham" pitchFamily="34" charset="0"/>
                <a:cs typeface="TAU-Marutham" pitchFamily="34" charset="0"/>
              </a:rPr>
              <a:t>ஆணைய</a:t>
            </a:r>
            <a:r>
              <a:rPr lang="en-US" sz="3100" b="1" dirty="0">
                <a:solidFill>
                  <a:srgbClr val="0070C0"/>
                </a:solidFill>
                <a:latin typeface="TAU-Marutham" pitchFamily="34" charset="0"/>
                <a:cs typeface="TAU-Marutham" pitchFamily="34" charset="0"/>
              </a:rPr>
              <a:t> </a:t>
            </a:r>
            <a:r>
              <a:rPr lang="en-US" sz="3100" b="1" dirty="0" err="1">
                <a:solidFill>
                  <a:srgbClr val="0070C0"/>
                </a:solidFill>
                <a:latin typeface="TAU-Marutham" pitchFamily="34" charset="0"/>
                <a:cs typeface="TAU-Marutham" pitchFamily="34" charset="0"/>
              </a:rPr>
              <a:t>சுற்றறிக்கை</a:t>
            </a:r>
            <a:r>
              <a:rPr lang="en-US" b="1" u="sng" dirty="0">
                <a:latin typeface="TAU-Marutham" pitchFamily="34" charset="0"/>
                <a:cs typeface="TAU-Marutham" pitchFamily="34" charset="0"/>
              </a:rPr>
              <a:t/>
            </a:r>
            <a:br>
              <a:rPr lang="en-US" b="1" u="sng" dirty="0">
                <a:latin typeface="TAU-Marutham" pitchFamily="34" charset="0"/>
                <a:cs typeface="TAU-Marutham" pitchFamily="34" charset="0"/>
              </a:rPr>
            </a:br>
            <a:r>
              <a:rPr lang="en-US" sz="3100" b="1" dirty="0" err="1">
                <a:solidFill>
                  <a:srgbClr val="0070C0"/>
                </a:solidFill>
                <a:latin typeface="TAU-Marutham" pitchFamily="34" charset="0"/>
                <a:cs typeface="TAU-Marutham" pitchFamily="34" charset="0"/>
              </a:rPr>
              <a:t>ந.க.எண்</a:t>
            </a:r>
            <a:r>
              <a:rPr lang="en-US" sz="3100" b="1" dirty="0">
                <a:solidFill>
                  <a:srgbClr val="0070C0"/>
                </a:solidFill>
                <a:latin typeface="TAU-Marutham" pitchFamily="34" charset="0"/>
                <a:cs typeface="TAU-Marutham" pitchFamily="34" charset="0"/>
              </a:rPr>
              <a:t> 1111/2022/கூதே5, </a:t>
            </a:r>
            <a:r>
              <a:rPr lang="en-US" sz="3100" b="1" dirty="0" err="1">
                <a:solidFill>
                  <a:srgbClr val="0070C0"/>
                </a:solidFill>
                <a:latin typeface="TAU-Marutham" pitchFamily="34" charset="0"/>
                <a:cs typeface="TAU-Marutham" pitchFamily="34" charset="0"/>
              </a:rPr>
              <a:t>நாள்</a:t>
            </a:r>
            <a:r>
              <a:rPr lang="en-US" sz="3100" b="1" dirty="0">
                <a:solidFill>
                  <a:srgbClr val="0070C0"/>
                </a:solidFill>
                <a:latin typeface="TAU-Marutham" pitchFamily="34" charset="0"/>
                <a:cs typeface="TAU-Marutham" pitchFamily="34" charset="0"/>
              </a:rPr>
              <a:t> 10.01.2023</a:t>
            </a:r>
            <a:endParaRPr lang="en-IN" b="1" dirty="0">
              <a:solidFill>
                <a:srgbClr val="0070C0"/>
              </a:solidFill>
              <a:latin typeface="TAU-Marutham" pitchFamily="34" charset="0"/>
              <a:cs typeface="TAU-Marutham" pitchFamily="34" charset="0"/>
            </a:endParaRPr>
          </a:p>
        </p:txBody>
      </p:sp>
      <p:sp>
        <p:nvSpPr>
          <p:cNvPr id="3" name="Content Placeholder 2"/>
          <p:cNvSpPr>
            <a:spLocks noGrp="1"/>
          </p:cNvSpPr>
          <p:nvPr>
            <p:ph idx="1"/>
          </p:nvPr>
        </p:nvSpPr>
        <p:spPr/>
        <p:txBody>
          <a:bodyPr>
            <a:normAutofit/>
          </a:bodyPr>
          <a:lstStyle/>
          <a:p>
            <a:pPr algn="just">
              <a:buNone/>
            </a:pPr>
            <a:r>
              <a:rPr lang="en-US" sz="2400" dirty="0">
                <a:latin typeface="TAU-Marutham" pitchFamily="34" charset="0"/>
                <a:cs typeface="TAU-Marutham" pitchFamily="34" charset="0"/>
              </a:rPr>
              <a:t>    </a:t>
            </a:r>
          </a:p>
          <a:p>
            <a:pPr algn="just">
              <a:buNone/>
            </a:pP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வேட்புமனு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பரிசீலித்தல்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நிராகரித்தல்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போன்ற</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வேட்புமனு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தொடர்பான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கீழ்கண்ட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சுற்றறிக்கைகள்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நடவடிக்கைக்காக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மீண்டும்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வலியுறுத்தப்படுகிறது</a:t>
            </a:r>
            <a:r>
              <a:rPr lang="en-US" sz="2400" dirty="0">
                <a:latin typeface="TAU-Marutham" pitchFamily="34" charset="0"/>
                <a:cs typeface="TAU-Marutham" pitchFamily="34" charset="0"/>
              </a:rPr>
              <a:t>.</a:t>
            </a:r>
          </a:p>
          <a:p>
            <a:pPr algn="just">
              <a:lnSpc>
                <a:spcPct val="150000"/>
              </a:lnSpc>
              <a:buFont typeface="Wingdings" pitchFamily="2" charset="2"/>
              <a:buChar char="Ø"/>
            </a:pP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ஆணையத்தின்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கடிதம்</a:t>
            </a:r>
            <a:r>
              <a:rPr lang="en-US" sz="2400" dirty="0">
                <a:latin typeface="TAU-Marutham" pitchFamily="34" charset="0"/>
                <a:cs typeface="TAU-Marutham" pitchFamily="34" charset="0"/>
              </a:rPr>
              <a:t> ந.க.321/2018/கூதே1, </a:t>
            </a:r>
            <a:r>
              <a:rPr lang="en-US" sz="2400" dirty="0" err="1">
                <a:latin typeface="TAU-Marutham" pitchFamily="34" charset="0"/>
                <a:cs typeface="TAU-Marutham" pitchFamily="34" charset="0"/>
              </a:rPr>
              <a:t>நாள்</a:t>
            </a:r>
            <a:r>
              <a:rPr lang="en-US" sz="2400" dirty="0">
                <a:latin typeface="TAU-Marutham" pitchFamily="34" charset="0"/>
                <a:cs typeface="TAU-Marutham" pitchFamily="34" charset="0"/>
              </a:rPr>
              <a:t> 19.07.2018</a:t>
            </a:r>
          </a:p>
          <a:p>
            <a:pPr algn="just">
              <a:lnSpc>
                <a:spcPct val="150000"/>
              </a:lnSpc>
              <a:buFont typeface="Wingdings" pitchFamily="2" charset="2"/>
              <a:buChar char="Ø"/>
            </a:pPr>
            <a:r>
              <a:rPr lang="en-US" sz="2400" dirty="0" err="1">
                <a:latin typeface="TAU-Marutham" pitchFamily="34" charset="0"/>
                <a:cs typeface="TAU-Marutham" pitchFamily="34" charset="0"/>
              </a:rPr>
              <a:t>ஆணையத்தின்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கடிதம்</a:t>
            </a:r>
            <a:r>
              <a:rPr lang="en-US" sz="2400" dirty="0">
                <a:latin typeface="TAU-Marutham" pitchFamily="34" charset="0"/>
                <a:cs typeface="TAU-Marutham" pitchFamily="34" charset="0"/>
              </a:rPr>
              <a:t> ந.க.1111/2022/கூதே5, </a:t>
            </a:r>
            <a:r>
              <a:rPr lang="en-US" sz="2400" dirty="0" err="1">
                <a:latin typeface="TAU-Marutham" pitchFamily="34" charset="0"/>
                <a:cs typeface="TAU-Marutham" pitchFamily="34" charset="0"/>
              </a:rPr>
              <a:t>நாள்</a:t>
            </a:r>
            <a:r>
              <a:rPr lang="en-US" sz="2400" dirty="0">
                <a:latin typeface="TAU-Marutham" pitchFamily="34" charset="0"/>
                <a:cs typeface="TAU-Marutham" pitchFamily="34" charset="0"/>
              </a:rPr>
              <a:t> 20.10.2022</a:t>
            </a:r>
          </a:p>
          <a:p>
            <a:pPr algn="just">
              <a:buNone/>
            </a:pPr>
            <a:endParaRPr lang="en-IN" sz="2400"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54</a:t>
            </a:fld>
            <a:endParaRPr 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AU-Marutham" pitchFamily="34" charset="0"/>
                <a:cs typeface="TAU-Marutham" pitchFamily="34" charset="0"/>
              </a:rPr>
              <a:t/>
            </a:r>
            <a:br>
              <a:rPr lang="en-US" sz="3100" b="1" dirty="0">
                <a:solidFill>
                  <a:srgbClr val="0070C0"/>
                </a:solidFill>
                <a:latin typeface="TAU-Marutham" pitchFamily="34" charset="0"/>
                <a:cs typeface="TAU-Marutham" pitchFamily="34" charset="0"/>
              </a:rPr>
            </a:br>
            <a:r>
              <a:rPr lang="en-US" sz="3100" b="1" dirty="0">
                <a:solidFill>
                  <a:srgbClr val="0070C0"/>
                </a:solidFill>
                <a:latin typeface="TAU-Marutham" pitchFamily="34" charset="0"/>
                <a:cs typeface="TAU-Marutham" pitchFamily="34" charset="0"/>
              </a:rPr>
              <a:t/>
            </a:r>
            <a:br>
              <a:rPr lang="en-US" sz="3100" b="1" dirty="0">
                <a:solidFill>
                  <a:srgbClr val="0070C0"/>
                </a:solidFill>
                <a:latin typeface="TAU-Marutham" pitchFamily="34" charset="0"/>
                <a:cs typeface="TAU-Marutham" pitchFamily="34" charset="0"/>
              </a:rPr>
            </a:br>
            <a:r>
              <a:rPr lang="en-US" sz="3100" b="1" dirty="0" err="1">
                <a:solidFill>
                  <a:srgbClr val="0070C0"/>
                </a:solidFill>
                <a:latin typeface="TAU-Marutham" pitchFamily="34" charset="0"/>
                <a:cs typeface="TAU-Marutham" pitchFamily="34" charset="0"/>
              </a:rPr>
              <a:t>ஆணையத்தின்</a:t>
            </a:r>
            <a:r>
              <a:rPr lang="en-US" sz="3100" b="1" dirty="0">
                <a:solidFill>
                  <a:srgbClr val="0070C0"/>
                </a:solidFill>
                <a:latin typeface="TAU-Marutham" pitchFamily="34" charset="0"/>
                <a:cs typeface="TAU-Marutham" pitchFamily="34" charset="0"/>
              </a:rPr>
              <a:t> </a:t>
            </a:r>
            <a:r>
              <a:rPr lang="en-US" sz="3100" b="1" dirty="0" err="1">
                <a:solidFill>
                  <a:srgbClr val="0070C0"/>
                </a:solidFill>
                <a:latin typeface="TAU-Marutham" pitchFamily="34" charset="0"/>
                <a:cs typeface="TAU-Marutham" pitchFamily="34" charset="0"/>
              </a:rPr>
              <a:t>செயல்முறை</a:t>
            </a:r>
            <a:r>
              <a:rPr lang="en-US" sz="3100" b="1" dirty="0">
                <a:solidFill>
                  <a:srgbClr val="0070C0"/>
                </a:solidFill>
                <a:latin typeface="TAU-Marutham" pitchFamily="34" charset="0"/>
                <a:cs typeface="TAU-Marutham" pitchFamily="34" charset="0"/>
              </a:rPr>
              <a:t> </a:t>
            </a:r>
            <a:r>
              <a:rPr lang="en-US" sz="3100" b="1" dirty="0" err="1">
                <a:solidFill>
                  <a:srgbClr val="0070C0"/>
                </a:solidFill>
                <a:latin typeface="TAU-Marutham" pitchFamily="34" charset="0"/>
                <a:cs typeface="TAU-Marutham" pitchFamily="34" charset="0"/>
              </a:rPr>
              <a:t>ஆணை</a:t>
            </a:r>
            <a:r>
              <a:rPr lang="en-US" sz="3100" b="1" dirty="0">
                <a:solidFill>
                  <a:srgbClr val="0070C0"/>
                </a:solidFill>
                <a:latin typeface="TAU-Marutham" pitchFamily="34" charset="0"/>
                <a:cs typeface="TAU-Marutham" pitchFamily="34" charset="0"/>
              </a:rPr>
              <a:t> ந.க.875/2022/கூதே1(1)(2), </a:t>
            </a:r>
            <a:r>
              <a:rPr lang="en-US" sz="3100" b="1" dirty="0" err="1">
                <a:solidFill>
                  <a:srgbClr val="0070C0"/>
                </a:solidFill>
                <a:latin typeface="TAU-Marutham" pitchFamily="34" charset="0"/>
                <a:cs typeface="TAU-Marutham" pitchFamily="34" charset="0"/>
              </a:rPr>
              <a:t>நாள்</a:t>
            </a:r>
            <a:r>
              <a:rPr lang="en-US" sz="3100" b="1" dirty="0">
                <a:solidFill>
                  <a:srgbClr val="0070C0"/>
                </a:solidFill>
                <a:latin typeface="TAU-Marutham" pitchFamily="34" charset="0"/>
                <a:cs typeface="TAU-Marutham" pitchFamily="34" charset="0"/>
              </a:rPr>
              <a:t> 11.01.2023</a:t>
            </a:r>
            <a:r>
              <a:rPr lang="en-US" dirty="0">
                <a:latin typeface="TAU-Marutham" pitchFamily="34" charset="0"/>
                <a:cs typeface="TAU-Marutham" pitchFamily="34" charset="0"/>
              </a:rPr>
              <a:t/>
            </a:r>
            <a:br>
              <a:rPr lang="en-US" dirty="0">
                <a:latin typeface="TAU-Marutham" pitchFamily="34" charset="0"/>
                <a:cs typeface="TAU-Marutham" pitchFamily="34" charset="0"/>
              </a:rPr>
            </a:br>
            <a:endParaRPr lang="en-IN" dirty="0"/>
          </a:p>
        </p:txBody>
      </p:sp>
      <p:sp>
        <p:nvSpPr>
          <p:cNvPr id="3" name="Content Placeholder 2"/>
          <p:cNvSpPr>
            <a:spLocks noGrp="1"/>
          </p:cNvSpPr>
          <p:nvPr>
            <p:ph idx="1"/>
          </p:nvPr>
        </p:nvSpPr>
        <p:spPr>
          <a:xfrm>
            <a:off x="457200" y="1844824"/>
            <a:ext cx="8229600" cy="4608511"/>
          </a:xfrm>
        </p:spPr>
        <p:txBody>
          <a:bodyPr>
            <a:normAutofit/>
          </a:bodyPr>
          <a:lstStyle/>
          <a:p>
            <a:pPr algn="just">
              <a:lnSpc>
                <a:spcPct val="150000"/>
              </a:lnSpc>
              <a:buFont typeface="Wingdings" pitchFamily="2" charset="2"/>
              <a:buChar char="Ø"/>
            </a:pPr>
            <a:r>
              <a:rPr lang="en-US" sz="2400" dirty="0" err="1">
                <a:latin typeface="TAU-Marutham" pitchFamily="34" charset="0"/>
                <a:cs typeface="TAU-Marutham" pitchFamily="34" charset="0"/>
              </a:rPr>
              <a:t>பாலுற்பத்தி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மற்றும்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பால்பண்ணை</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மேம்பாட்டு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துறைக்கு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புதிய</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மாவட்டங்களுக்கான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தேர்தல்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அலுவலர்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நியமனம்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செய்யப்பட்டது</a:t>
            </a:r>
            <a:r>
              <a:rPr lang="en-US" sz="2400" dirty="0">
                <a:latin typeface="TAU-Marutham" pitchFamily="34" charset="0"/>
                <a:cs typeface="TAU-Marutham" pitchFamily="34" charset="0"/>
              </a:rPr>
              <a:t>.</a:t>
            </a:r>
          </a:p>
          <a:p>
            <a:pPr algn="just">
              <a:lnSpc>
                <a:spcPct val="150000"/>
              </a:lnSpc>
              <a:buFont typeface="Wingdings" pitchFamily="2" charset="2"/>
              <a:buChar char="Ø"/>
            </a:pPr>
            <a:r>
              <a:rPr lang="en-US" sz="2400" dirty="0" err="1">
                <a:latin typeface="TAU-Marutham" pitchFamily="34" charset="0"/>
                <a:cs typeface="TAU-Marutham" pitchFamily="34" charset="0"/>
              </a:rPr>
              <a:t>சமூக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நலன்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மற்றும்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மகளிர்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உரிமைத்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துறைக்கு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புதிதாக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பிரிக்கப்பட்ட</a:t>
            </a:r>
            <a:r>
              <a:rPr lang="en-US" sz="2400" dirty="0">
                <a:latin typeface="TAU-Marutham" pitchFamily="34" charset="0"/>
                <a:cs typeface="TAU-Marutham" pitchFamily="34" charset="0"/>
              </a:rPr>
              <a:t> 6 </a:t>
            </a:r>
            <a:r>
              <a:rPr lang="en-US" sz="2400" dirty="0" err="1">
                <a:latin typeface="TAU-Marutham" pitchFamily="34" charset="0"/>
                <a:cs typeface="TAU-Marutham" pitchFamily="34" charset="0"/>
              </a:rPr>
              <a:t>மாவட்டங்களுக்கான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தேர்தல்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அலுவலர்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நியமனம்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செய்யப்பட்டது</a:t>
            </a:r>
            <a:r>
              <a:rPr lang="en-US" sz="2400" dirty="0">
                <a:latin typeface="TAU-Marutham" pitchFamily="34" charset="0"/>
                <a:cs typeface="TAU-Marutham" pitchFamily="34" charset="0"/>
              </a:rPr>
              <a:t>.</a:t>
            </a:r>
          </a:p>
          <a:p>
            <a:pPr algn="just"/>
            <a:endParaRPr lang="en-IN"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55</a:t>
            </a:fld>
            <a:endParaRPr lang="en-US"/>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AU-Marutham" pitchFamily="34" charset="0"/>
                <a:cs typeface="TAU-Marutham" pitchFamily="34" charset="0"/>
              </a:rPr>
              <a:t/>
            </a:r>
            <a:br>
              <a:rPr lang="en-US" sz="3100" b="1" dirty="0">
                <a:solidFill>
                  <a:srgbClr val="0070C0"/>
                </a:solidFill>
                <a:latin typeface="TAU-Marutham" pitchFamily="34" charset="0"/>
                <a:cs typeface="TAU-Marutham" pitchFamily="34" charset="0"/>
              </a:rPr>
            </a:br>
            <a:r>
              <a:rPr lang="en-US" sz="3100" b="1" dirty="0">
                <a:solidFill>
                  <a:srgbClr val="0070C0"/>
                </a:solidFill>
                <a:latin typeface="TAU-Marutham" pitchFamily="34" charset="0"/>
                <a:cs typeface="TAU-Marutham" pitchFamily="34" charset="0"/>
              </a:rPr>
              <a:t/>
            </a:r>
            <a:br>
              <a:rPr lang="en-US" sz="3100" b="1" dirty="0">
                <a:solidFill>
                  <a:srgbClr val="0070C0"/>
                </a:solidFill>
                <a:latin typeface="TAU-Marutham" pitchFamily="34" charset="0"/>
                <a:cs typeface="TAU-Marutham" pitchFamily="34" charset="0"/>
              </a:rPr>
            </a:br>
            <a:r>
              <a:rPr lang="en-US" sz="3100" b="1" dirty="0" err="1">
                <a:solidFill>
                  <a:srgbClr val="0070C0"/>
                </a:solidFill>
                <a:latin typeface="TAU-Marutham" pitchFamily="34" charset="0"/>
                <a:cs typeface="TAU-Marutham" pitchFamily="34" charset="0"/>
              </a:rPr>
              <a:t>ஆணையத்தின்</a:t>
            </a:r>
            <a:r>
              <a:rPr lang="en-US" sz="3100" b="1" dirty="0">
                <a:solidFill>
                  <a:srgbClr val="0070C0"/>
                </a:solidFill>
                <a:latin typeface="TAU-Marutham" pitchFamily="34" charset="0"/>
                <a:cs typeface="TAU-Marutham" pitchFamily="34" charset="0"/>
              </a:rPr>
              <a:t> </a:t>
            </a:r>
            <a:r>
              <a:rPr lang="en-US" sz="3100" b="1" dirty="0" err="1">
                <a:solidFill>
                  <a:srgbClr val="0070C0"/>
                </a:solidFill>
                <a:latin typeface="TAU-Marutham" pitchFamily="34" charset="0"/>
                <a:cs typeface="TAU-Marutham" pitchFamily="34" charset="0"/>
              </a:rPr>
              <a:t>செயல்முறை</a:t>
            </a:r>
            <a:r>
              <a:rPr lang="en-US" sz="3100" b="1" dirty="0">
                <a:solidFill>
                  <a:srgbClr val="0070C0"/>
                </a:solidFill>
                <a:latin typeface="TAU-Marutham" pitchFamily="34" charset="0"/>
                <a:cs typeface="TAU-Marutham" pitchFamily="34" charset="0"/>
              </a:rPr>
              <a:t> </a:t>
            </a:r>
            <a:r>
              <a:rPr lang="en-US" sz="3100" b="1" dirty="0" err="1">
                <a:solidFill>
                  <a:srgbClr val="0070C0"/>
                </a:solidFill>
                <a:latin typeface="TAU-Marutham" pitchFamily="34" charset="0"/>
                <a:cs typeface="TAU-Marutham" pitchFamily="34" charset="0"/>
              </a:rPr>
              <a:t>ஆணை</a:t>
            </a:r>
            <a:r>
              <a:rPr lang="en-US" sz="3100" b="1" dirty="0">
                <a:solidFill>
                  <a:srgbClr val="0070C0"/>
                </a:solidFill>
                <a:latin typeface="TAU-Marutham" pitchFamily="34" charset="0"/>
                <a:cs typeface="TAU-Marutham" pitchFamily="34" charset="0"/>
              </a:rPr>
              <a:t> ந.க.875/2022/கூதே1(3), </a:t>
            </a:r>
            <a:r>
              <a:rPr lang="en-US" sz="3100" b="1" dirty="0" err="1">
                <a:solidFill>
                  <a:srgbClr val="0070C0"/>
                </a:solidFill>
                <a:latin typeface="TAU-Marutham" pitchFamily="34" charset="0"/>
                <a:cs typeface="TAU-Marutham" pitchFamily="34" charset="0"/>
              </a:rPr>
              <a:t>நாள்</a:t>
            </a:r>
            <a:r>
              <a:rPr lang="en-US" sz="3100" b="1" dirty="0">
                <a:solidFill>
                  <a:srgbClr val="0070C0"/>
                </a:solidFill>
                <a:latin typeface="TAU-Marutham" pitchFamily="34" charset="0"/>
                <a:cs typeface="TAU-Marutham" pitchFamily="34" charset="0"/>
              </a:rPr>
              <a:t> 11.01.2023</a:t>
            </a:r>
            <a:r>
              <a:rPr lang="en-US" dirty="0">
                <a:latin typeface="TAU-Marutham" pitchFamily="34" charset="0"/>
                <a:cs typeface="TAU-Marutham" pitchFamily="34" charset="0"/>
              </a:rPr>
              <a:t/>
            </a:r>
            <a:br>
              <a:rPr lang="en-US" dirty="0">
                <a:latin typeface="TAU-Marutham" pitchFamily="34" charset="0"/>
                <a:cs typeface="TAU-Marutham" pitchFamily="34" charset="0"/>
              </a:rPr>
            </a:br>
            <a:endParaRPr lang="en-IN" dirty="0"/>
          </a:p>
        </p:txBody>
      </p:sp>
      <p:sp>
        <p:nvSpPr>
          <p:cNvPr id="3" name="Content Placeholder 2"/>
          <p:cNvSpPr>
            <a:spLocks noGrp="1"/>
          </p:cNvSpPr>
          <p:nvPr>
            <p:ph idx="1"/>
          </p:nvPr>
        </p:nvSpPr>
        <p:spPr>
          <a:xfrm>
            <a:off x="457200" y="1916832"/>
            <a:ext cx="8229600" cy="4536503"/>
          </a:xfrm>
        </p:spPr>
        <p:txBody>
          <a:bodyPr>
            <a:normAutofit/>
          </a:bodyPr>
          <a:lstStyle/>
          <a:p>
            <a:pPr algn="just">
              <a:lnSpc>
                <a:spcPct val="150000"/>
              </a:lnSpc>
              <a:buFont typeface="Wingdings" pitchFamily="2" charset="2"/>
              <a:buChar char="Ø"/>
            </a:pPr>
            <a:r>
              <a:rPr lang="en-US" sz="2400" dirty="0" err="1">
                <a:latin typeface="TAU-Marutham" pitchFamily="34" charset="0"/>
                <a:cs typeface="TAU-Marutham" pitchFamily="34" charset="0"/>
              </a:rPr>
              <a:t>தொழில்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வணிகத்துறையில்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தேர்தல்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அலுவலர்ககளுக்கான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மாற்று</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நியமன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ஆணைகள்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வழங்கப்பட்டுள்ளது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அவை</a:t>
            </a:r>
            <a:r>
              <a:rPr lang="en-US" sz="2400" dirty="0">
                <a:latin typeface="TAU-Marutham" pitchFamily="34" charset="0"/>
                <a:cs typeface="TAU-Marutham" pitchFamily="34" charset="0"/>
              </a:rPr>
              <a:t>:</a:t>
            </a:r>
          </a:p>
          <a:p>
            <a:pPr algn="just">
              <a:lnSpc>
                <a:spcPct val="150000"/>
              </a:lnSpc>
              <a:buFont typeface="Wingdings" panose="05000000000000000000" pitchFamily="2" charset="2"/>
              <a:buChar char="v"/>
            </a:pPr>
            <a:r>
              <a:rPr lang="en-US" sz="2400" dirty="0" err="1">
                <a:latin typeface="TAU-Marutham" pitchFamily="34" charset="0"/>
                <a:cs typeface="TAU-Marutham" pitchFamily="34" charset="0"/>
              </a:rPr>
              <a:t>திருப்பூர்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பொதுமேலாளர்</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தொழில்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மையம்</a:t>
            </a:r>
            <a:r>
              <a:rPr lang="en-US" sz="2400" dirty="0">
                <a:latin typeface="TAU-Marutham" pitchFamily="34" charset="0"/>
                <a:cs typeface="TAU-Marutham" pitchFamily="34" charset="0"/>
              </a:rPr>
              <a:t>.</a:t>
            </a:r>
          </a:p>
          <a:p>
            <a:pPr algn="just">
              <a:lnSpc>
                <a:spcPct val="150000"/>
              </a:lnSpc>
              <a:buFont typeface="Wingdings" panose="05000000000000000000" pitchFamily="2" charset="2"/>
              <a:buChar char="v"/>
            </a:pPr>
            <a:r>
              <a:rPr lang="en-US" sz="2400" dirty="0" err="1">
                <a:latin typeface="TAU-Marutham" pitchFamily="34" charset="0"/>
                <a:cs typeface="TAU-Marutham" pitchFamily="34" charset="0"/>
              </a:rPr>
              <a:t>நீலகிரிக்கு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இணை</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இயக்குநர்</a:t>
            </a:r>
            <a:r>
              <a:rPr lang="en-US" sz="2400" dirty="0">
                <a:latin typeface="TAU-Marutham" pitchFamily="34" charset="0"/>
                <a:cs typeface="TAU-Marutham" pitchFamily="34" charset="0"/>
              </a:rPr>
              <a:t> (IC) (</a:t>
            </a:r>
            <a:r>
              <a:rPr lang="en-US" sz="2400" dirty="0" err="1">
                <a:latin typeface="TAU-Marutham" pitchFamily="34" charset="0"/>
                <a:cs typeface="TAU-Marutham" pitchFamily="34" charset="0"/>
              </a:rPr>
              <a:t>தேயிலை</a:t>
            </a:r>
            <a:r>
              <a:rPr lang="en-US" sz="2400" dirty="0">
                <a:latin typeface="TAU-Marutham" pitchFamily="34" charset="0"/>
                <a:cs typeface="TAU-Marutham" pitchFamily="34" charset="0"/>
              </a:rPr>
              <a:t>).</a:t>
            </a:r>
          </a:p>
          <a:p>
            <a:pPr marL="0" indent="0" algn="just">
              <a:buNone/>
            </a:pPr>
            <a:endParaRPr lang="en-US" dirty="0">
              <a:latin typeface="TAU-Marutham" pitchFamily="34" charset="0"/>
              <a:cs typeface="TAU-Marutham" pitchFamily="34" charset="0"/>
            </a:endParaRPr>
          </a:p>
          <a:p>
            <a:pPr algn="just"/>
            <a:endParaRPr lang="en-IN"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56</a:t>
            </a:fld>
            <a:endParaRPr lang="en-US"/>
          </a:p>
        </p:txBody>
      </p:sp>
    </p:spTree>
    <p:extLst>
      <p:ext uri="{BB962C8B-B14F-4D97-AF65-F5344CB8AC3E}">
        <p14:creationId xmlns="" xmlns:p14="http://schemas.microsoft.com/office/powerpoint/2010/main" val="3710933993"/>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a:solidFill>
                  <a:srgbClr val="0070C0"/>
                </a:solidFill>
                <a:latin typeface="TAU-Marutham" pitchFamily="34" charset="0"/>
                <a:cs typeface="TAU-Marutham" pitchFamily="34" charset="0"/>
              </a:rPr>
              <a:t/>
            </a:r>
            <a:br>
              <a:rPr lang="en-US" sz="3100" b="1" dirty="0">
                <a:solidFill>
                  <a:srgbClr val="0070C0"/>
                </a:solidFill>
                <a:latin typeface="TAU-Marutham" pitchFamily="34" charset="0"/>
                <a:cs typeface="TAU-Marutham" pitchFamily="34" charset="0"/>
              </a:rPr>
            </a:br>
            <a:r>
              <a:rPr lang="en-US" sz="3100" b="1" dirty="0" err="1">
                <a:solidFill>
                  <a:srgbClr val="0070C0"/>
                </a:solidFill>
                <a:latin typeface="TAU-Marutham" pitchFamily="34" charset="0"/>
                <a:cs typeface="TAU-Marutham" pitchFamily="34" charset="0"/>
              </a:rPr>
              <a:t>ஆணையத்தின்</a:t>
            </a:r>
            <a:r>
              <a:rPr lang="en-US" sz="3100" b="1" dirty="0">
                <a:solidFill>
                  <a:srgbClr val="0070C0"/>
                </a:solidFill>
                <a:latin typeface="TAU-Marutham" pitchFamily="34" charset="0"/>
                <a:cs typeface="TAU-Marutham" pitchFamily="34" charset="0"/>
              </a:rPr>
              <a:t> </a:t>
            </a:r>
            <a:r>
              <a:rPr lang="en-US" sz="3100" b="1" dirty="0" err="1">
                <a:solidFill>
                  <a:srgbClr val="0070C0"/>
                </a:solidFill>
                <a:latin typeface="TAU-Marutham" pitchFamily="34" charset="0"/>
                <a:cs typeface="TAU-Marutham" pitchFamily="34" charset="0"/>
              </a:rPr>
              <a:t>செயல்முறை</a:t>
            </a:r>
            <a:r>
              <a:rPr lang="en-US" sz="3100" b="1" dirty="0">
                <a:solidFill>
                  <a:srgbClr val="0070C0"/>
                </a:solidFill>
                <a:latin typeface="TAU-Marutham" pitchFamily="34" charset="0"/>
                <a:cs typeface="TAU-Marutham" pitchFamily="34" charset="0"/>
              </a:rPr>
              <a:t> </a:t>
            </a:r>
            <a:r>
              <a:rPr lang="en-US" sz="3100" b="1" dirty="0" err="1">
                <a:solidFill>
                  <a:srgbClr val="0070C0"/>
                </a:solidFill>
                <a:latin typeface="TAU-Marutham" pitchFamily="34" charset="0"/>
                <a:cs typeface="TAU-Marutham" pitchFamily="34" charset="0"/>
              </a:rPr>
              <a:t>ஆணை</a:t>
            </a:r>
            <a:r>
              <a:rPr lang="en-US" sz="3100" b="1" dirty="0">
                <a:solidFill>
                  <a:srgbClr val="0070C0"/>
                </a:solidFill>
                <a:latin typeface="TAU-Marutham" pitchFamily="34" charset="0"/>
                <a:cs typeface="TAU-Marutham" pitchFamily="34" charset="0"/>
              </a:rPr>
              <a:t> ந.க.875/2022/கூதே1(4), </a:t>
            </a:r>
            <a:r>
              <a:rPr lang="en-US" sz="3100" b="1" dirty="0" err="1">
                <a:solidFill>
                  <a:srgbClr val="0070C0"/>
                </a:solidFill>
                <a:latin typeface="TAU-Marutham" pitchFamily="34" charset="0"/>
                <a:cs typeface="TAU-Marutham" pitchFamily="34" charset="0"/>
              </a:rPr>
              <a:t>நாள்</a:t>
            </a:r>
            <a:r>
              <a:rPr lang="en-US" sz="3100" b="1" dirty="0">
                <a:solidFill>
                  <a:srgbClr val="0070C0"/>
                </a:solidFill>
                <a:latin typeface="TAU-Marutham" pitchFamily="34" charset="0"/>
                <a:cs typeface="TAU-Marutham" pitchFamily="34" charset="0"/>
              </a:rPr>
              <a:t> 11.01.2023</a:t>
            </a:r>
            <a:r>
              <a:rPr lang="en-US" dirty="0">
                <a:latin typeface="TAU-Marutham" pitchFamily="34" charset="0"/>
                <a:cs typeface="TAU-Marutham" pitchFamily="34" charset="0"/>
              </a:rPr>
              <a:t/>
            </a:r>
            <a:br>
              <a:rPr lang="en-US" dirty="0">
                <a:latin typeface="TAU-Marutham" pitchFamily="34" charset="0"/>
                <a:cs typeface="TAU-Marutham" pitchFamily="34" charset="0"/>
              </a:rPr>
            </a:br>
            <a:endParaRPr lang="en-IN" dirty="0"/>
          </a:p>
        </p:txBody>
      </p:sp>
      <p:sp>
        <p:nvSpPr>
          <p:cNvPr id="3" name="Content Placeholder 2"/>
          <p:cNvSpPr>
            <a:spLocks noGrp="1"/>
          </p:cNvSpPr>
          <p:nvPr>
            <p:ph idx="1"/>
          </p:nvPr>
        </p:nvSpPr>
        <p:spPr/>
        <p:txBody>
          <a:bodyPr>
            <a:normAutofit fontScale="92500" lnSpcReduction="10000"/>
          </a:bodyPr>
          <a:lstStyle/>
          <a:p>
            <a:pPr algn="just">
              <a:lnSpc>
                <a:spcPct val="150000"/>
              </a:lnSpc>
              <a:buFont typeface="Wingdings" pitchFamily="2" charset="2"/>
              <a:buChar char="Ø"/>
            </a:pPr>
            <a:r>
              <a:rPr lang="en-US" sz="2400" dirty="0" err="1">
                <a:latin typeface="TAU-Marutham" pitchFamily="34" charset="0"/>
                <a:cs typeface="TAU-Marutham" pitchFamily="34" charset="0"/>
              </a:rPr>
              <a:t>ஒருங்கிணைந்த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குழந்தைகள்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வளர்ச்சி</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திட்டப்பணிகள்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துறையில்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புதிதாக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பிரிக்கப்பட்ட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மாவட்டங்களுக்கு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தேர்தல்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அலுவலர்களுக்கான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நியமன</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ஆணைகள்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வழங்கப்பட்டது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அவை</a:t>
            </a:r>
            <a:endParaRPr lang="en-US" sz="2400" dirty="0">
              <a:latin typeface="TAU-Marutham" pitchFamily="34" charset="0"/>
              <a:cs typeface="TAU-Marutham" pitchFamily="34" charset="0"/>
            </a:endParaRPr>
          </a:p>
          <a:p>
            <a:pPr algn="just">
              <a:lnSpc>
                <a:spcPct val="150000"/>
              </a:lnSpc>
              <a:buFont typeface="Wingdings" panose="05000000000000000000" pitchFamily="2" charset="2"/>
              <a:buChar char="v"/>
            </a:pPr>
            <a:r>
              <a:rPr lang="en-US" sz="2400" dirty="0" err="1">
                <a:latin typeface="TAU-Marutham" pitchFamily="34" charset="0"/>
                <a:cs typeface="TAU-Marutham" pitchFamily="34" charset="0"/>
              </a:rPr>
              <a:t>கள்ளக்குறிச்சி,இராணிப்பேட்டை,செங்கல்பட்டு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அலுவலர்கள்</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மாவட்ட</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தேர்தல்</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அலுவலர்களாக</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நியமனம்</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செய்து</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ஆணை</a:t>
            </a:r>
            <a:r>
              <a:rPr lang="en-US" sz="2400" dirty="0">
                <a:latin typeface="TAU-Marutham" pitchFamily="34" charset="0"/>
                <a:cs typeface="TAU-Marutham" pitchFamily="34" charset="0"/>
              </a:rPr>
              <a:t> </a:t>
            </a:r>
            <a:r>
              <a:rPr lang="en-US" sz="2400" dirty="0" err="1">
                <a:latin typeface="TAU-Marutham" pitchFamily="34" charset="0"/>
                <a:cs typeface="TAU-Marutham" pitchFamily="34" charset="0"/>
              </a:rPr>
              <a:t>வழங்கப்பட்டுள்ளது</a:t>
            </a:r>
            <a:r>
              <a:rPr lang="en-US" sz="2400" dirty="0">
                <a:latin typeface="TAU-Marutham" pitchFamily="34" charset="0"/>
                <a:cs typeface="TAU-Marutham" pitchFamily="34" charset="0"/>
              </a:rPr>
              <a:t>.</a:t>
            </a:r>
          </a:p>
          <a:p>
            <a:pPr algn="just"/>
            <a:endParaRPr lang="en-US" dirty="0">
              <a:latin typeface="TAU-Marutham" pitchFamily="34" charset="0"/>
              <a:cs typeface="TAU-Marutham" pitchFamily="34" charset="0"/>
            </a:endParaRPr>
          </a:p>
          <a:p>
            <a:pPr algn="just"/>
            <a:endParaRPr lang="en-IN" dirty="0">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57</a:t>
            </a:fld>
            <a:endParaRPr lang="en-US"/>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285728"/>
            <a:ext cx="8229600" cy="5483245"/>
          </a:xfrm>
        </p:spPr>
        <p:txBody>
          <a:bodyPr/>
          <a:lstStyle/>
          <a:p>
            <a:pPr algn="ctr"/>
            <a:endParaRPr lang="en-US" dirty="0"/>
          </a:p>
          <a:p>
            <a:pPr algn="ctr"/>
            <a:endParaRPr lang="en-US" dirty="0"/>
          </a:p>
          <a:p>
            <a:pPr algn="ctr">
              <a:buNone/>
            </a:pPr>
            <a:r>
              <a:rPr lang="en-US" dirty="0"/>
              <a:t>          </a:t>
            </a:r>
          </a:p>
          <a:p>
            <a:pPr algn="ctr">
              <a:buNone/>
            </a:pPr>
            <a:r>
              <a:rPr lang="en-US" dirty="0"/>
              <a:t>                     </a:t>
            </a:r>
            <a:endParaRPr lang="en-US" b="1" dirty="0">
              <a:ln w="1905"/>
              <a:solidFill>
                <a:schemeClr val="bg2">
                  <a:lumMod val="2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endParaRPr>
          </a:p>
          <a:p>
            <a:pPr algn="ctr">
              <a:buNone/>
            </a:pPr>
            <a:r>
              <a:rPr lang="en-US" sz="5400" dirty="0">
                <a:solidFill>
                  <a:srgbClr val="7030A0"/>
                </a:solidFill>
              </a:rPr>
              <a:t> </a:t>
            </a:r>
            <a:r>
              <a:rPr lang="en-US" sz="8000" b="1" dirty="0" err="1">
                <a:ln w="1905"/>
                <a:solidFill>
                  <a:schemeClr val="accent2">
                    <a:lumMod val="7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rPr>
              <a:t>நன்றி</a:t>
            </a:r>
            <a:endParaRPr lang="en-IN" sz="5400" b="1" dirty="0">
              <a:ln w="1905"/>
              <a:solidFill>
                <a:schemeClr val="accent2">
                  <a:lumMod val="75000"/>
                </a:schemeClr>
              </a:solidFill>
              <a:effectLst>
                <a:outerShdw blurRad="50800" dist="38100" dir="2700000" algn="tl" rotWithShape="0">
                  <a:prstClr val="black">
                    <a:alpha val="40000"/>
                  </a:prstClr>
                </a:outerShdw>
                <a:reflection blurRad="6350" stA="55000" endA="300" endPos="45500" dir="5400000" sy="-100000" algn="bl" rotWithShape="0"/>
              </a:effectLst>
              <a:latin typeface="TAU-Marutham" pitchFamily="34" charset="0"/>
              <a:cs typeface="TAU-Marutham" pitchFamily="34" charset="0"/>
            </a:endParaRPr>
          </a:p>
        </p:txBody>
      </p:sp>
      <p:sp>
        <p:nvSpPr>
          <p:cNvPr id="4" name="Slide Number Placeholder 3"/>
          <p:cNvSpPr>
            <a:spLocks noGrp="1"/>
          </p:cNvSpPr>
          <p:nvPr>
            <p:ph type="sldNum" sz="quarter" idx="12"/>
          </p:nvPr>
        </p:nvSpPr>
        <p:spPr/>
        <p:txBody>
          <a:bodyPr/>
          <a:lstStyle/>
          <a:p>
            <a:fld id="{22E57D70-481A-41F0-B50C-50BB8557EF28}" type="slidenum">
              <a:rPr lang="en-US" smtClean="0"/>
              <a:pPr/>
              <a:t>58</a:t>
            </a:fld>
            <a:endParaRPr lang="en-US" dirty="0"/>
          </a:p>
        </p:txBody>
      </p:sp>
    </p:spTree>
  </p:cSld>
  <p:clrMapOvr>
    <a:masterClrMapping/>
  </p:clrMapOvr>
  <p:transition/>
</p:sld>
</file>

<file path=ppt/theme/theme1.xml><?xml version="1.0" encoding="utf-8"?>
<a:theme xmlns:a="http://schemas.openxmlformats.org/drawingml/2006/main" name="Office Them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1706</TotalTime>
  <Words>3251</Words>
  <Application>Microsoft Office PowerPoint</Application>
  <PresentationFormat>On-screen Show (4:3)</PresentationFormat>
  <Paragraphs>453</Paragraphs>
  <Slides>58</Slides>
  <Notes>2</Notes>
  <HiddenSlides>0</HiddenSlides>
  <MMClips>0</MMClips>
  <ScaleCrop>false</ScaleCrop>
  <HeadingPairs>
    <vt:vector size="4" baseType="variant">
      <vt:variant>
        <vt:lpstr>Theme</vt:lpstr>
      </vt:variant>
      <vt:variant>
        <vt:i4>1</vt:i4>
      </vt:variant>
      <vt:variant>
        <vt:lpstr>Slide Titles</vt:lpstr>
      </vt:variant>
      <vt:variant>
        <vt:i4>58</vt:i4>
      </vt:variant>
    </vt:vector>
  </HeadingPairs>
  <TitlesOfParts>
    <vt:vector size="59" baseType="lpstr">
      <vt:lpstr>Office Theme</vt:lpstr>
      <vt:lpstr>Slide 1</vt:lpstr>
      <vt:lpstr>ஒட்டுமொத்த தேர்தல்கள் 2023</vt:lpstr>
      <vt:lpstr>கடந்த 2018 தேர்தலில் நடைபெற்ற தவறுகள்   மாண்பமை சென்னை உயர்நீதிமன்றம் மற்றும் அதன் மாண்பமை மதுரை அமர்வு,  ஓய்வு பெற்ற உயர்நீதிமன்ற நீதிபதிகளை தலைவர்களாகக் கொண்ட சிறப்பு மண்டலக் குழுக்கள் முன்பாக 2018  தேர்தல் நடவடிக்கை தொடர்பான மனுக்கள், புகார்கள் மற்றும் தீர்ப்புகள்</vt:lpstr>
      <vt:lpstr>Slide 4</vt:lpstr>
      <vt:lpstr>Slide 5</vt:lpstr>
      <vt:lpstr>Slide 6</vt:lpstr>
      <vt:lpstr>Slide 7</vt:lpstr>
      <vt:lpstr>II. வேட்புமனு தாக்கல் தொடர்புடையது </vt:lpstr>
      <vt:lpstr>III. வேட்புமனு பரிசீலனை தொடர்புடையது</vt:lpstr>
      <vt:lpstr>Slide 10</vt:lpstr>
      <vt:lpstr>Slide 11</vt:lpstr>
      <vt:lpstr>Slide 12</vt:lpstr>
      <vt:lpstr> ஆரம்ப கட்ட நடவடிக்கைகள்              (Preliminary Arrangements) </vt:lpstr>
      <vt:lpstr>Slide 14</vt:lpstr>
      <vt:lpstr> சங்கத்துணை விதி திருத்தங்கள் மேற்கொள்ளுதல் (By-law amendments)  </vt:lpstr>
      <vt:lpstr>Slide 16</vt:lpstr>
      <vt:lpstr> உறுப்பினர் பட்டியல் சரிசெய்தல்   (Purification of Electoral Rolls)  </vt:lpstr>
      <vt:lpstr>Slide 18</vt:lpstr>
      <vt:lpstr>  தேர்தலுக்கான நடத்தை விதிகள்              (Code of Conduct) </vt:lpstr>
      <vt:lpstr> தேர்தலுக்கான நடத்தை விதிகள் (Code of Conduct)  ஆணைய சுற்றறிக்கை ந.க.எண் 344/2018/கூதே5, நாள் 05.09.2022 மற்றும் 11.01.2023</vt:lpstr>
      <vt:lpstr> மாநிலத் தேர்தல் அலுவலர்கள் நியமனம்  ஆணையர் அவர்களின் செயல்முறை ஆணை                 ந.க.எண் 875/2022/கூதே1(1), நாள் 12.09.2022    </vt:lpstr>
      <vt:lpstr>Slide 22</vt:lpstr>
      <vt:lpstr>   மாவட்டத் தேர்தல் அலுவலர்கள் நியமனம் ஆணையர் அவர்களின் செயல்முறை ஆணை                 ந.க.எண் 875/2022/கூதே1(2),  நாள் 12.09.2022 </vt:lpstr>
      <vt:lpstr>Slide 24</vt:lpstr>
      <vt:lpstr>Slide 25</vt:lpstr>
      <vt:lpstr>ஒழுங்கு நடவடிக்கை</vt:lpstr>
      <vt:lpstr>  மேலே சொல்லப்பட்டபடியான ஒழுங்கு நடவடிக்கைகள் தொடர்பான முறைகேடுகளை கீழ்கண்டவாறு வகைப்படுத்தலாம்: </vt:lpstr>
      <vt:lpstr>Slide 28</vt:lpstr>
      <vt:lpstr>Slide 29</vt:lpstr>
      <vt:lpstr>Slide 30</vt:lpstr>
      <vt:lpstr>Slide 31</vt:lpstr>
      <vt:lpstr>Slide 32</vt:lpstr>
      <vt:lpstr>கூட்டுறவு   சங்கத்தின்   பணியாளர்கள்,   அதிகாரிகளை   தேர்தல்   அலுவலர்களாக   நியமனம்   செய்தல்   –   தொடர்பாக.                                            ஆணையத்தின் சுற்றறிக்கை ந.க.எண் 1157/2022/கூதே5,                          நாள் 03.11.2022</vt:lpstr>
      <vt:lpstr>Slide 34</vt:lpstr>
      <vt:lpstr>Slide 35</vt:lpstr>
      <vt:lpstr>Slide 36</vt:lpstr>
      <vt:lpstr> மாற்றுத்திறனுடையோர்   கூட்டுறவு   தேர்தலில் பங்கேற்றல் - சட்டத்திருத்தம்   பிரிவு   34(1) (i)  ஆணைய சுற்றறிக்கை ந.க.எண் 540/2018/கூதே2,                   நாள் 04.11.2022 </vt:lpstr>
      <vt:lpstr>Slide 38</vt:lpstr>
      <vt:lpstr>  ஆணையத்தின் வலைத்தளம்  www.coopelection.tn.gov.in ஆணைய சுற்றறிக்கை ந.க.எண் 1265/2022/கூதே3, நாள் 14.11.2022   </vt:lpstr>
      <vt:lpstr>தேர்தல் அறிவிப்பில் குறிப்பிட்டுள்ள இடங்களை சட்ட விதிகளுக்கு முரணாக மாற்றுதல்  ஆணைய சுற்றறிக்கை ந.க.1285/2022/கூதே3,                              நாள் 16.11.2022</vt:lpstr>
      <vt:lpstr>  தேர்தல் நடவடிக்கைகளுக்கான காணொளித் தொகுப்பு மேற்கொள்ளுதல் (Video Coverage)  ஆணைய சுற்றறிக்கை ந.க.எண் 1389/2022/கூதே3,                 நாள் 08.12.2022  </vt:lpstr>
      <vt:lpstr>Slide 42</vt:lpstr>
      <vt:lpstr>Slide 43</vt:lpstr>
      <vt:lpstr>வாக்குப்பெட்டிகள் பயன்படுத்துதல். ஆணைய சுற்றறிக்கை ந.க.எண்  1436/2022/கூதே5(2),                     நாள் 20.12.2022</vt:lpstr>
      <vt:lpstr>தேர்தல் தொடர்பான செலவினங்கள்  - சங்கங்கள்  மேற்கொள்ளுதல் ஆணைய சுற்றறிக்கை ந.க.எண் 1462/2022/கூதே5,                         நாள் 28.12.2022</vt:lpstr>
      <vt:lpstr>பார்வையாளர்கள் (Observers) அதிகார எல்லை (Jurisdiction) நிர்ணம் செய்தல்   ஆணைய சுற்றறிக்கை ந.க.எண் 875/2022/கூதே1, நாள்  06.01.2023</vt:lpstr>
      <vt:lpstr>Slide 47</vt:lpstr>
      <vt:lpstr>Slide 48</vt:lpstr>
      <vt:lpstr>Slide 49</vt:lpstr>
      <vt:lpstr>தேர்தல் புகார் மனு பதிவேடு Register for Election Complaint Petitions ஆணைய சுற்றறிக்கை ந.க.1111/2022/கூதே5,  நாள் 11.01.2023</vt:lpstr>
      <vt:lpstr>தேர்தல் புகார் மனு படிவம்</vt:lpstr>
      <vt:lpstr>Slide 52</vt:lpstr>
      <vt:lpstr>Slide 53</vt:lpstr>
      <vt:lpstr>ஆணைய சுற்றறிக்கை ந.க.எண் 1111/2022/கூதே5, நாள் 10.01.2023</vt:lpstr>
      <vt:lpstr>  ஆணையத்தின் செயல்முறை ஆணை ந.க.875/2022/கூதே1(1)(2), நாள் 11.01.2023 </vt:lpstr>
      <vt:lpstr>  ஆணையத்தின் செயல்முறை ஆணை ந.க.875/2022/கூதே1(3), நாள் 11.01.2023 </vt:lpstr>
      <vt:lpstr> ஆணையத்தின் செயல்முறை ஆணை ந.க.875/2022/கூதே1(4), நாள் 11.01.2023 </vt:lpstr>
      <vt:lpstr>Slide 58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User</cp:lastModifiedBy>
  <cp:revision>530</cp:revision>
  <cp:lastPrinted>2023-01-12T06:43:20Z</cp:lastPrinted>
  <dcterms:created xsi:type="dcterms:W3CDTF">2023-01-05T17:35:44Z</dcterms:created>
  <dcterms:modified xsi:type="dcterms:W3CDTF">2023-01-20T11:56:42Z</dcterms:modified>
</cp:coreProperties>
</file>